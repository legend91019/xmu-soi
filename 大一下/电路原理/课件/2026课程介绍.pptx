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00.xml" ContentType="application/vnd.openxmlformats-officedocument.presentationml.slideLayout+xml"/>
  <Override PartName="/ppt/slideLayouts/slideLayout101.xml" ContentType="application/vnd.openxmlformats-officedocument.presentationml.slideLayout+xml"/>
  <Override PartName="/ppt/slideLayouts/slideLayout102.xml" ContentType="application/vnd.openxmlformats-officedocument.presentationml.slideLayout+xml"/>
  <Override PartName="/ppt/slideLayouts/slideLayout103.xml" ContentType="application/vnd.openxmlformats-officedocument.presentationml.slideLayout+xml"/>
  <Override PartName="/ppt/slideLayouts/slideLayout104.xml" ContentType="application/vnd.openxmlformats-officedocument.presentationml.slideLayout+xml"/>
  <Override PartName="/ppt/slideLayouts/slideLayout105.xml" ContentType="application/vnd.openxmlformats-officedocument.presentationml.slideLayout+xml"/>
  <Override PartName="/ppt/slideLayouts/slideLayout106.xml" ContentType="application/vnd.openxmlformats-officedocument.presentationml.slideLayout+xml"/>
  <Override PartName="/ppt/slideLayouts/slideLayout107.xml" ContentType="application/vnd.openxmlformats-officedocument.presentationml.slideLayout+xml"/>
  <Override PartName="/ppt/slideLayouts/slideLayout108.xml" ContentType="application/vnd.openxmlformats-officedocument.presentationml.slideLayout+xml"/>
  <Override PartName="/ppt/slideLayouts/slideLayout109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10.xml" ContentType="application/vnd.openxmlformats-officedocument.presentationml.slideLayout+xml"/>
  <Override PartName="/ppt/slideLayouts/slideLayout111.xml" ContentType="application/vnd.openxmlformats-officedocument.presentationml.slideLayout+xml"/>
  <Override PartName="/ppt/slideLayouts/slideLayout112.xml" ContentType="application/vnd.openxmlformats-officedocument.presentationml.slideLayout+xml"/>
  <Override PartName="/ppt/slideLayouts/slideLayout113.xml" ContentType="application/vnd.openxmlformats-officedocument.presentationml.slideLayout+xml"/>
  <Override PartName="/ppt/slideLayouts/slideLayout114.xml" ContentType="application/vnd.openxmlformats-officedocument.presentationml.slideLayout+xml"/>
  <Override PartName="/ppt/slideLayouts/slideLayout115.xml" ContentType="application/vnd.openxmlformats-officedocument.presentationml.slideLayout+xml"/>
  <Override PartName="/ppt/slideLayouts/slideLayout116.xml" ContentType="application/vnd.openxmlformats-officedocument.presentationml.slideLayout+xml"/>
  <Override PartName="/ppt/slideLayouts/slideLayout117.xml" ContentType="application/vnd.openxmlformats-officedocument.presentationml.slideLayout+xml"/>
  <Override PartName="/ppt/slideLayouts/slideLayout118.xml" ContentType="application/vnd.openxmlformats-officedocument.presentationml.slideLayout+xml"/>
  <Override PartName="/ppt/slideLayouts/slideLayout119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20.xml" ContentType="application/vnd.openxmlformats-officedocument.presentationml.slideLayout+xml"/>
  <Override PartName="/ppt/slideLayouts/slideLayout121.xml" ContentType="application/vnd.openxmlformats-officedocument.presentationml.slideLayout+xml"/>
  <Override PartName="/ppt/slideLayouts/slideLayout122.xml" ContentType="application/vnd.openxmlformats-officedocument.presentationml.slideLayout+xml"/>
  <Override PartName="/ppt/slideLayouts/slideLayout123.xml" ContentType="application/vnd.openxmlformats-officedocument.presentationml.slideLayout+xml"/>
  <Override PartName="/ppt/slideLayouts/slideLayout124.xml" ContentType="application/vnd.openxmlformats-officedocument.presentationml.slideLayout+xml"/>
  <Override PartName="/ppt/slideLayouts/slideLayout125.xml" ContentType="application/vnd.openxmlformats-officedocument.presentationml.slideLayout+xml"/>
  <Override PartName="/ppt/slideLayouts/slideLayout126.xml" ContentType="application/vnd.openxmlformats-officedocument.presentationml.slideLayout+xml"/>
  <Override PartName="/ppt/slideLayouts/slideLayout127.xml" ContentType="application/vnd.openxmlformats-officedocument.presentationml.slideLayout+xml"/>
  <Override PartName="/ppt/slideLayouts/slideLayout128.xml" ContentType="application/vnd.openxmlformats-officedocument.presentationml.slideLayout+xml"/>
  <Override PartName="/ppt/slideLayouts/slideLayout129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30.xml" ContentType="application/vnd.openxmlformats-officedocument.presentationml.slideLayout+xml"/>
  <Override PartName="/ppt/slideLayouts/slideLayout131.xml" ContentType="application/vnd.openxmlformats-officedocument.presentationml.slideLayout+xml"/>
  <Override PartName="/ppt/slideLayouts/slideLayout132.xml" ContentType="application/vnd.openxmlformats-officedocument.presentationml.slideLayout+xml"/>
  <Override PartName="/ppt/slideLayouts/slideLayout133.xml" ContentType="application/vnd.openxmlformats-officedocument.presentationml.slideLayout+xml"/>
  <Override PartName="/ppt/slideLayouts/slideLayout134.xml" ContentType="application/vnd.openxmlformats-officedocument.presentationml.slideLayout+xml"/>
  <Override PartName="/ppt/slideLayouts/slideLayout135.xml" ContentType="application/vnd.openxmlformats-officedocument.presentationml.slideLayout+xml"/>
  <Override PartName="/ppt/slideLayouts/slideLayout136.xml" ContentType="application/vnd.openxmlformats-officedocument.presentationml.slideLayout+xml"/>
  <Override PartName="/ppt/slideLayouts/slideLayout137.xml" ContentType="application/vnd.openxmlformats-officedocument.presentationml.slideLayout+xml"/>
  <Override PartName="/ppt/slideLayouts/slideLayout138.xml" ContentType="application/vnd.openxmlformats-officedocument.presentationml.slideLayout+xml"/>
  <Override PartName="/ppt/slideLayouts/slideLayout139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40.xml" ContentType="application/vnd.openxmlformats-officedocument.presentationml.slideLayout+xml"/>
  <Override PartName="/ppt/slideLayouts/slideLayout141.xml" ContentType="application/vnd.openxmlformats-officedocument.presentationml.slideLayout+xml"/>
  <Override PartName="/ppt/slideLayouts/slideLayout142.xml" ContentType="application/vnd.openxmlformats-officedocument.presentationml.slideLayout+xml"/>
  <Override PartName="/ppt/slideLayouts/slideLayout143.xml" ContentType="application/vnd.openxmlformats-officedocument.presentationml.slideLayout+xml"/>
  <Override PartName="/ppt/slideLayouts/slideLayout144.xml" ContentType="application/vnd.openxmlformats-officedocument.presentationml.slideLayout+xml"/>
  <Override PartName="/ppt/slideLayouts/slideLayout145.xml" ContentType="application/vnd.openxmlformats-officedocument.presentationml.slideLayout+xml"/>
  <Override PartName="/ppt/slideLayouts/slideLayout146.xml" ContentType="application/vnd.openxmlformats-officedocument.presentationml.slideLayout+xml"/>
  <Override PartName="/ppt/slideLayouts/slideLayout147.xml" ContentType="application/vnd.openxmlformats-officedocument.presentationml.slideLayout+xml"/>
  <Override PartName="/ppt/slideLayouts/slideLayout148.xml" ContentType="application/vnd.openxmlformats-officedocument.presentationml.slideLayout+xml"/>
  <Override PartName="/ppt/slideLayouts/slideLayout149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50.xml" ContentType="application/vnd.openxmlformats-officedocument.presentationml.slideLayout+xml"/>
  <Override PartName="/ppt/slideLayouts/slideLayout151.xml" ContentType="application/vnd.openxmlformats-officedocument.presentationml.slideLayout+xml"/>
  <Override PartName="/ppt/slideLayouts/slideLayout152.xml" ContentType="application/vnd.openxmlformats-officedocument.presentationml.slideLayout+xml"/>
  <Override PartName="/ppt/slideLayouts/slideLayout153.xml" ContentType="application/vnd.openxmlformats-officedocument.presentationml.slideLayout+xml"/>
  <Override PartName="/ppt/slideLayouts/slideLayout154.xml" ContentType="application/vnd.openxmlformats-officedocument.presentationml.slideLayout+xml"/>
  <Override PartName="/ppt/slideLayouts/slideLayout155.xml" ContentType="application/vnd.openxmlformats-officedocument.presentationml.slideLayout+xml"/>
  <Override PartName="/ppt/slideLayouts/slideLayout156.xml" ContentType="application/vnd.openxmlformats-officedocument.presentationml.slideLayout+xml"/>
  <Override PartName="/ppt/slideLayouts/slideLayout157.xml" ContentType="application/vnd.openxmlformats-officedocument.presentationml.slideLayout+xml"/>
  <Override PartName="/ppt/slideLayouts/slideLayout158.xml" ContentType="application/vnd.openxmlformats-officedocument.presentationml.slideLayout+xml"/>
  <Override PartName="/ppt/slideLayouts/slideLayout159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60.xml" ContentType="application/vnd.openxmlformats-officedocument.presentationml.slideLayout+xml"/>
  <Override PartName="/ppt/slideLayouts/slideLayout161.xml" ContentType="application/vnd.openxmlformats-officedocument.presentationml.slideLayout+xml"/>
  <Override PartName="/ppt/slideLayouts/slideLayout162.xml" ContentType="application/vnd.openxmlformats-officedocument.presentationml.slideLayout+xml"/>
  <Override PartName="/ppt/slideLayouts/slideLayout163.xml" ContentType="application/vnd.openxmlformats-officedocument.presentationml.slideLayout+xml"/>
  <Override PartName="/ppt/slideLayouts/slideLayout164.xml" ContentType="application/vnd.openxmlformats-officedocument.presentationml.slideLayout+xml"/>
  <Override PartName="/ppt/slideLayouts/slideLayout165.xml" ContentType="application/vnd.openxmlformats-officedocument.presentationml.slideLayout+xml"/>
  <Override PartName="/ppt/slideLayouts/slideLayout166.xml" ContentType="application/vnd.openxmlformats-officedocument.presentationml.slideLayout+xml"/>
  <Override PartName="/ppt/slideLayouts/slideLayout167.xml" ContentType="application/vnd.openxmlformats-officedocument.presentationml.slideLayout+xml"/>
  <Override PartName="/ppt/slideLayouts/slideLayout168.xml" ContentType="application/vnd.openxmlformats-officedocument.presentationml.slideLayout+xml"/>
  <Override PartName="/ppt/slideLayouts/slideLayout169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70.xml" ContentType="application/vnd.openxmlformats-officedocument.presentationml.slideLayout+xml"/>
  <Override PartName="/ppt/slideLayouts/slideLayout171.xml" ContentType="application/vnd.openxmlformats-officedocument.presentationml.slideLayout+xml"/>
  <Override PartName="/ppt/slideLayouts/slideLayout172.xml" ContentType="application/vnd.openxmlformats-officedocument.presentationml.slideLayout+xml"/>
  <Override PartName="/ppt/slideLayouts/slideLayout173.xml" ContentType="application/vnd.openxmlformats-officedocument.presentationml.slideLayout+xml"/>
  <Override PartName="/ppt/slideLayouts/slideLayout174.xml" ContentType="application/vnd.openxmlformats-officedocument.presentationml.slideLayout+xml"/>
  <Override PartName="/ppt/slideLayouts/slideLayout175.xml" ContentType="application/vnd.openxmlformats-officedocument.presentationml.slideLayout+xml"/>
  <Override PartName="/ppt/slideLayouts/slideLayout176.xml" ContentType="application/vnd.openxmlformats-officedocument.presentationml.slideLayout+xml"/>
  <Override PartName="/ppt/slideLayouts/slideLayout177.xml" ContentType="application/vnd.openxmlformats-officedocument.presentationml.slideLayout+xml"/>
  <Override PartName="/ppt/slideLayouts/slideLayout178.xml" ContentType="application/vnd.openxmlformats-officedocument.presentationml.slideLayout+xml"/>
  <Override PartName="/ppt/slideLayouts/slideLayout179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80.xml" ContentType="application/vnd.openxmlformats-officedocument.presentationml.slideLayout+xml"/>
  <Override PartName="/ppt/slideLayouts/slideLayout181.xml" ContentType="application/vnd.openxmlformats-officedocument.presentationml.slideLayout+xml"/>
  <Override PartName="/ppt/slideLayouts/slideLayout182.xml" ContentType="application/vnd.openxmlformats-officedocument.presentationml.slideLayout+xml"/>
  <Override PartName="/ppt/slideLayouts/slideLayout183.xml" ContentType="application/vnd.openxmlformats-officedocument.presentationml.slideLayout+xml"/>
  <Override PartName="/ppt/slideLayouts/slideLayout184.xml" ContentType="application/vnd.openxmlformats-officedocument.presentationml.slideLayout+xml"/>
  <Override PartName="/ppt/slideLayouts/slideLayout185.xml" ContentType="application/vnd.openxmlformats-officedocument.presentationml.slideLayout+xml"/>
  <Override PartName="/ppt/slideLayouts/slideLayout186.xml" ContentType="application/vnd.openxmlformats-officedocument.presentationml.slideLayout+xml"/>
  <Override PartName="/ppt/slideLayouts/slideLayout187.xml" ContentType="application/vnd.openxmlformats-officedocument.presentationml.slideLayout+xml"/>
  <Override PartName="/ppt/slideLayouts/slideLayout188.xml" ContentType="application/vnd.openxmlformats-officedocument.presentationml.slideLayout+xml"/>
  <Override PartName="/ppt/slideLayouts/slideLayout189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190.xml" ContentType="application/vnd.openxmlformats-officedocument.presentationml.slideLayout+xml"/>
  <Override PartName="/ppt/slideLayouts/slideLayout191.xml" ContentType="application/vnd.openxmlformats-officedocument.presentationml.slideLayout+xml"/>
  <Override PartName="/ppt/slideLayouts/slideLayout192.xml" ContentType="application/vnd.openxmlformats-officedocument.presentationml.slideLayout+xml"/>
  <Override PartName="/ppt/slideLayouts/slideLayout193.xml" ContentType="application/vnd.openxmlformats-officedocument.presentationml.slideLayout+xml"/>
  <Override PartName="/ppt/slideLayouts/slideLayout194.xml" ContentType="application/vnd.openxmlformats-officedocument.presentationml.slideLayout+xml"/>
  <Override PartName="/ppt/slideLayouts/slideLayout195.xml" ContentType="application/vnd.openxmlformats-officedocument.presentationml.slideLayout+xml"/>
  <Override PartName="/ppt/slideLayouts/slideLayout196.xml" ContentType="application/vnd.openxmlformats-officedocument.presentationml.slideLayout+xml"/>
  <Override PartName="/ppt/slideLayouts/slideLayout197.xml" ContentType="application/vnd.openxmlformats-officedocument.presentationml.slideLayout+xml"/>
  <Override PartName="/ppt/slideLayouts/slideLayout198.xml" ContentType="application/vnd.openxmlformats-officedocument.presentationml.slideLayout+xml"/>
  <Override PartName="/ppt/slideLayouts/slideLayout19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00.xml" ContentType="application/vnd.openxmlformats-officedocument.presentationml.slideLayout+xml"/>
  <Override PartName="/ppt/slideLayouts/slideLayout201.xml" ContentType="application/vnd.openxmlformats-officedocument.presentationml.slideLayout+xml"/>
  <Override PartName="/ppt/slideLayouts/slideLayout202.xml" ContentType="application/vnd.openxmlformats-officedocument.presentationml.slideLayout+xml"/>
  <Override PartName="/ppt/slideLayouts/slideLayout203.xml" ContentType="application/vnd.openxmlformats-officedocument.presentationml.slideLayout+xml"/>
  <Override PartName="/ppt/slideLayouts/slideLayout204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92.xml" ContentType="application/vnd.openxmlformats-officedocument.presentationml.slideLayout+xml"/>
  <Override PartName="/ppt/slideLayouts/slideLayout93.xml" ContentType="application/vnd.openxmlformats-officedocument.presentationml.slideLayout+xml"/>
  <Override PartName="/ppt/slideLayouts/slideLayout94.xml" ContentType="application/vnd.openxmlformats-officedocument.presentationml.slideLayout+xml"/>
  <Override PartName="/ppt/slideLayouts/slideLayout95.xml" ContentType="application/vnd.openxmlformats-officedocument.presentationml.slideLayout+xml"/>
  <Override PartName="/ppt/slideLayouts/slideLayout96.xml" ContentType="application/vnd.openxmlformats-officedocument.presentationml.slideLayout+xml"/>
  <Override PartName="/ppt/slideLayouts/slideLayout97.xml" ContentType="application/vnd.openxmlformats-officedocument.presentationml.slideLayout+xml"/>
  <Override PartName="/ppt/slideLayouts/slideLayout98.xml" ContentType="application/vnd.openxmlformats-officedocument.presentationml.slideLayout+xml"/>
  <Override PartName="/ppt/slideLayouts/slideLayout9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Masters/slideMaster12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heme/theme1.xml" ContentType="application/vnd.openxmlformats-officedocument.theme+xml"/>
  <Override PartName="/ppt/theme/theme10.xml" ContentType="application/vnd.openxmlformats-officedocument.theme+xml"/>
  <Override PartName="/ppt/theme/theme11.xml" ContentType="application/vnd.openxmlformats-officedocument.theme+xml"/>
  <Override PartName="/ppt/theme/theme12.xml" ContentType="application/vnd.openxmlformats-officedocument.theme+xml"/>
  <Override PartName="/ppt/theme/theme13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6" r:id="rId3"/>
    <p:sldMasterId id="2147483684" r:id="rId4"/>
    <p:sldMasterId id="2147483702" r:id="rId5"/>
    <p:sldMasterId id="2147483720" r:id="rId6"/>
    <p:sldMasterId id="2147483738" r:id="rId7"/>
    <p:sldMasterId id="2147483756" r:id="rId8"/>
    <p:sldMasterId id="2147483774" r:id="rId9"/>
    <p:sldMasterId id="2147483792" r:id="rId10"/>
    <p:sldMasterId id="2147483810" r:id="rId11"/>
    <p:sldMasterId id="2147483828" r:id="rId12"/>
    <p:sldMasterId id="2147483846" r:id="rId13"/>
  </p:sldMasterIdLst>
  <p:notesMasterIdLst>
    <p:notesMasterId r:id="rId17"/>
  </p:notesMasterIdLst>
  <p:sldIdLst>
    <p:sldId id="257" r:id="rId14"/>
    <p:sldId id="344" r:id="rId15"/>
    <p:sldId id="430" r:id="rId16"/>
    <p:sldId id="768" r:id="rId18"/>
    <p:sldId id="769" r:id="rId19"/>
    <p:sldId id="770" r:id="rId20"/>
    <p:sldId id="771" r:id="rId21"/>
    <p:sldId id="774" r:id="rId22"/>
    <p:sldId id="775" r:id="rId23"/>
    <p:sldId id="773" r:id="rId24"/>
    <p:sldId id="776" r:id="rId25"/>
    <p:sldId id="258" r:id="rId26"/>
    <p:sldId id="433" r:id="rId27"/>
    <p:sldId id="779" r:id="rId28"/>
    <p:sldId id="777" r:id="rId29"/>
    <p:sldId id="778" r:id="rId30"/>
  </p:sldIdLst>
  <p:sldSz cx="12192000" cy="6858000"/>
  <p:notesSz cx="6858000" cy="9144000"/>
  <p:custDataLst>
    <p:tags r:id="rId35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Windows User" initials="W" lastIdx="9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4" d="100"/>
          <a:sy n="84" d="100"/>
        </p:scale>
        <p:origin x="111" y="9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Master" Target="slideMasters/slideMaster8.xml"/><Relationship Id="rId8" Type="http://schemas.openxmlformats.org/officeDocument/2006/relationships/slideMaster" Target="slideMasters/slideMaster7.xml"/><Relationship Id="rId7" Type="http://schemas.openxmlformats.org/officeDocument/2006/relationships/slideMaster" Target="slideMasters/slideMaster6.xml"/><Relationship Id="rId6" Type="http://schemas.openxmlformats.org/officeDocument/2006/relationships/slideMaster" Target="slideMasters/slideMaster5.xml"/><Relationship Id="rId5" Type="http://schemas.openxmlformats.org/officeDocument/2006/relationships/slideMaster" Target="slideMasters/slideMaster4.xml"/><Relationship Id="rId4" Type="http://schemas.openxmlformats.org/officeDocument/2006/relationships/slideMaster" Target="slideMasters/slideMaster3.xml"/><Relationship Id="rId35" Type="http://schemas.openxmlformats.org/officeDocument/2006/relationships/tags" Target="tags/tag3.xml"/><Relationship Id="rId34" Type="http://schemas.openxmlformats.org/officeDocument/2006/relationships/commentAuthors" Target="commentAuthors.xml"/><Relationship Id="rId33" Type="http://schemas.openxmlformats.org/officeDocument/2006/relationships/tableStyles" Target="tableStyles.xml"/><Relationship Id="rId32" Type="http://schemas.openxmlformats.org/officeDocument/2006/relationships/viewProps" Target="viewProps.xml"/><Relationship Id="rId31" Type="http://schemas.openxmlformats.org/officeDocument/2006/relationships/presProps" Target="presProps.xml"/><Relationship Id="rId30" Type="http://schemas.openxmlformats.org/officeDocument/2006/relationships/slide" Target="slides/slide16.xml"/><Relationship Id="rId3" Type="http://schemas.openxmlformats.org/officeDocument/2006/relationships/slideMaster" Target="slideMasters/slideMaster2.xml"/><Relationship Id="rId29" Type="http://schemas.openxmlformats.org/officeDocument/2006/relationships/slide" Target="slides/slide15.xml"/><Relationship Id="rId28" Type="http://schemas.openxmlformats.org/officeDocument/2006/relationships/slide" Target="slides/slide14.xml"/><Relationship Id="rId27" Type="http://schemas.openxmlformats.org/officeDocument/2006/relationships/slide" Target="slides/slide13.xml"/><Relationship Id="rId26" Type="http://schemas.openxmlformats.org/officeDocument/2006/relationships/slide" Target="slides/slide12.xml"/><Relationship Id="rId25" Type="http://schemas.openxmlformats.org/officeDocument/2006/relationships/slide" Target="slides/slide11.xml"/><Relationship Id="rId24" Type="http://schemas.openxmlformats.org/officeDocument/2006/relationships/slide" Target="slides/slide10.xml"/><Relationship Id="rId23" Type="http://schemas.openxmlformats.org/officeDocument/2006/relationships/slide" Target="slides/slide9.xml"/><Relationship Id="rId22" Type="http://schemas.openxmlformats.org/officeDocument/2006/relationships/slide" Target="slides/slide8.xml"/><Relationship Id="rId21" Type="http://schemas.openxmlformats.org/officeDocument/2006/relationships/slide" Target="slides/slide7.xml"/><Relationship Id="rId20" Type="http://schemas.openxmlformats.org/officeDocument/2006/relationships/slide" Target="slides/slide6.xml"/><Relationship Id="rId2" Type="http://schemas.openxmlformats.org/officeDocument/2006/relationships/theme" Target="theme/theme1.xml"/><Relationship Id="rId19" Type="http://schemas.openxmlformats.org/officeDocument/2006/relationships/slide" Target="slides/slide5.xml"/><Relationship Id="rId18" Type="http://schemas.openxmlformats.org/officeDocument/2006/relationships/slide" Target="slides/slide4.xml"/><Relationship Id="rId17" Type="http://schemas.openxmlformats.org/officeDocument/2006/relationships/notesMaster" Target="notesMasters/notesMaster1.xml"/><Relationship Id="rId16" Type="http://schemas.openxmlformats.org/officeDocument/2006/relationships/slide" Target="slides/slide3.xml"/><Relationship Id="rId15" Type="http://schemas.openxmlformats.org/officeDocument/2006/relationships/slide" Target="slides/slide2.xml"/><Relationship Id="rId14" Type="http://schemas.openxmlformats.org/officeDocument/2006/relationships/slide" Target="slides/slide1.xml"/><Relationship Id="rId13" Type="http://schemas.openxmlformats.org/officeDocument/2006/relationships/slideMaster" Target="slideMasters/slideMaster12.xml"/><Relationship Id="rId12" Type="http://schemas.openxmlformats.org/officeDocument/2006/relationships/slideMaster" Target="slideMasters/slideMaster11.xml"/><Relationship Id="rId11" Type="http://schemas.openxmlformats.org/officeDocument/2006/relationships/slideMaster" Target="slideMasters/slideMaster10.xml"/><Relationship Id="rId10" Type="http://schemas.openxmlformats.org/officeDocument/2006/relationships/slideMaster" Target="slideMasters/slideMaster9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00C1EF9-624F-40FB-AE91-3ADD239687A0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EB040A5-0C61-4A98-BDDD-9B354196BE7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147" name="备注占位符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/>
          <a:lstStyle/>
          <a:p>
            <a:pPr eaLnBrk="1" hangingPunct="1">
              <a:spcBef>
                <a:spcPct val="0"/>
              </a:spcBef>
            </a:pPr>
            <a:endParaRPr lang="zh-CN" altLang="en-US" smtClean="0"/>
          </a:p>
        </p:txBody>
      </p:sp>
      <p:sp>
        <p:nvSpPr>
          <p:cNvPr id="6148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F2064D75-40BA-4C99-B91D-31887D27DCDB}" type="slidenum">
              <a:rPr lang="zh-CN" altLang="en-US" smtClean="0"/>
            </a:fld>
            <a:endParaRPr lang="zh-CN" altLang="en-US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147" name="备注占位符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/>
          <a:lstStyle/>
          <a:p>
            <a:pPr eaLnBrk="1" hangingPunct="1">
              <a:spcBef>
                <a:spcPct val="0"/>
              </a:spcBef>
            </a:pPr>
            <a:endParaRPr lang="zh-CN" altLang="en-US" smtClean="0"/>
          </a:p>
        </p:txBody>
      </p:sp>
      <p:sp>
        <p:nvSpPr>
          <p:cNvPr id="6148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F2064D75-40BA-4C99-B91D-31887D27DCDB}" type="slidenum">
              <a:rPr lang="zh-CN" altLang="en-US" smtClean="0"/>
            </a:fld>
            <a:endParaRPr lang="zh-CN" altLang="en-US" smtClean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147" name="备注占位符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/>
          <a:lstStyle/>
          <a:p>
            <a:pPr eaLnBrk="1" hangingPunct="1">
              <a:spcBef>
                <a:spcPct val="0"/>
              </a:spcBef>
            </a:pPr>
            <a:endParaRPr lang="zh-CN" altLang="en-US" smtClean="0"/>
          </a:p>
        </p:txBody>
      </p:sp>
      <p:sp>
        <p:nvSpPr>
          <p:cNvPr id="6148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F2064D75-40BA-4C99-B91D-31887D27DCDB}" type="slidenum">
              <a:rPr lang="zh-CN" altLang="en-US" smtClean="0"/>
            </a:fld>
            <a:endParaRPr lang="zh-CN" altLang="en-US" smtClean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147" name="备注占位符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/>
          <a:lstStyle/>
          <a:p>
            <a:pPr eaLnBrk="1" hangingPunct="1">
              <a:spcBef>
                <a:spcPct val="0"/>
              </a:spcBef>
            </a:pPr>
            <a:endParaRPr lang="zh-CN" altLang="en-US" smtClean="0"/>
          </a:p>
        </p:txBody>
      </p:sp>
      <p:sp>
        <p:nvSpPr>
          <p:cNvPr id="6148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F2064D75-40BA-4C99-B91D-31887D27DCDB}" type="slidenum">
              <a:rPr lang="zh-CN" altLang="en-US" smtClean="0"/>
            </a:fld>
            <a:endParaRPr lang="zh-CN" altLang="en-US" smtClean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147" name="备注占位符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/>
          <a:lstStyle/>
          <a:p>
            <a:pPr eaLnBrk="1" hangingPunct="1">
              <a:spcBef>
                <a:spcPct val="0"/>
              </a:spcBef>
            </a:pPr>
            <a:endParaRPr lang="zh-CN" altLang="en-US" smtClean="0"/>
          </a:p>
        </p:txBody>
      </p:sp>
      <p:sp>
        <p:nvSpPr>
          <p:cNvPr id="6148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F2064D75-40BA-4C99-B91D-31887D27DCDB}" type="slidenum">
              <a:rPr lang="zh-CN" altLang="en-US" smtClean="0"/>
            </a:fld>
            <a:endParaRPr lang="zh-CN" altLang="en-US" smtClean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147" name="备注占位符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/>
          <a:lstStyle/>
          <a:p>
            <a:pPr eaLnBrk="1" hangingPunct="1">
              <a:spcBef>
                <a:spcPct val="0"/>
              </a:spcBef>
            </a:pPr>
            <a:endParaRPr lang="zh-CN" altLang="en-US" smtClean="0"/>
          </a:p>
        </p:txBody>
      </p:sp>
      <p:sp>
        <p:nvSpPr>
          <p:cNvPr id="6148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F2064D75-40BA-4C99-B91D-31887D27DCDB}" type="slidenum">
              <a:rPr lang="zh-CN" altLang="en-US" smtClean="0"/>
            </a:fld>
            <a:endParaRPr lang="zh-CN" altLang="en-US" smtClean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147" name="备注占位符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/>
          <a:lstStyle/>
          <a:p>
            <a:pPr eaLnBrk="1" hangingPunct="1">
              <a:spcBef>
                <a:spcPct val="0"/>
              </a:spcBef>
            </a:pPr>
            <a:endParaRPr lang="zh-CN" altLang="en-US" smtClean="0"/>
          </a:p>
        </p:txBody>
      </p:sp>
      <p:sp>
        <p:nvSpPr>
          <p:cNvPr id="6148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F2064D75-40BA-4C99-B91D-31887D27DCDB}" type="slidenum">
              <a:rPr lang="zh-CN" altLang="en-US" smtClean="0"/>
            </a:fld>
            <a:endParaRPr lang="zh-CN" altLang="en-US" smtClean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147" name="备注占位符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/>
          <a:lstStyle/>
          <a:p>
            <a:pPr eaLnBrk="1" hangingPunct="1">
              <a:spcBef>
                <a:spcPct val="0"/>
              </a:spcBef>
            </a:pPr>
            <a:endParaRPr lang="zh-CN" altLang="en-US" smtClean="0"/>
          </a:p>
        </p:txBody>
      </p:sp>
      <p:sp>
        <p:nvSpPr>
          <p:cNvPr id="6148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F2064D75-40BA-4C99-B91D-31887D27DCDB}" type="slidenum">
              <a:rPr lang="zh-CN" altLang="en-US" smtClean="0"/>
            </a:fld>
            <a:endParaRPr lang="zh-CN" altLang="en-US" smtClean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147" name="备注占位符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/>
          <a:lstStyle/>
          <a:p>
            <a:pPr eaLnBrk="1" hangingPunct="1">
              <a:spcBef>
                <a:spcPct val="0"/>
              </a:spcBef>
            </a:pPr>
            <a:endParaRPr lang="zh-CN" altLang="en-US" smtClean="0"/>
          </a:p>
        </p:txBody>
      </p:sp>
      <p:sp>
        <p:nvSpPr>
          <p:cNvPr id="6148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F2064D75-40BA-4C99-B91D-31887D27DCDB}" type="slidenum">
              <a:rPr lang="zh-CN" altLang="en-US" smtClean="0"/>
            </a:fld>
            <a:endParaRPr lang="zh-CN" altLang="en-US" smtClean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147" name="备注占位符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/>
          <a:lstStyle/>
          <a:p>
            <a:pPr eaLnBrk="1" hangingPunct="1">
              <a:spcBef>
                <a:spcPct val="0"/>
              </a:spcBef>
            </a:pPr>
            <a:endParaRPr lang="zh-CN" altLang="en-US" smtClean="0"/>
          </a:p>
        </p:txBody>
      </p:sp>
      <p:sp>
        <p:nvSpPr>
          <p:cNvPr id="6148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F2064D75-40BA-4C99-B91D-31887D27DCDB}" type="slidenum">
              <a:rPr lang="zh-CN" altLang="en-US" smtClean="0"/>
            </a:fld>
            <a:endParaRPr lang="zh-CN" altLang="en-US" smtClean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147" name="备注占位符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/>
          <a:lstStyle/>
          <a:p>
            <a:pPr eaLnBrk="1" hangingPunct="1">
              <a:spcBef>
                <a:spcPct val="0"/>
              </a:spcBef>
            </a:pPr>
            <a:endParaRPr lang="zh-CN" altLang="en-US" smtClean="0"/>
          </a:p>
        </p:txBody>
      </p:sp>
      <p:sp>
        <p:nvSpPr>
          <p:cNvPr id="6148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F2064D75-40BA-4C99-B91D-31887D27DCDB}" type="slidenum">
              <a:rPr lang="zh-CN" altLang="en-US" smtClean="0"/>
            </a:fld>
            <a:endParaRPr lang="zh-CN" altLang="en-US" smtClean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147" name="备注占位符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/>
          <a:lstStyle/>
          <a:p>
            <a:pPr eaLnBrk="1" hangingPunct="1">
              <a:spcBef>
                <a:spcPct val="0"/>
              </a:spcBef>
            </a:pPr>
            <a:endParaRPr lang="zh-CN" altLang="en-US" smtClean="0"/>
          </a:p>
        </p:txBody>
      </p:sp>
      <p:sp>
        <p:nvSpPr>
          <p:cNvPr id="6148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F2064D75-40BA-4C99-B91D-31887D27DCDB}" type="slidenum">
              <a:rPr lang="zh-CN" altLang="en-US" smtClean="0"/>
            </a:fld>
            <a:endParaRPr lang="zh-CN" altLang="en-US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9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9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9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9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9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9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9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9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9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9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0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0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0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0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0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0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0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0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0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0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9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9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9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9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9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9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9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9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9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9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20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20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20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20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20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bg>
      <p:bgPr>
        <a:pattFill prst="openDmnd">
          <a:fgClr>
            <a:schemeClr val="accent1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6" name="Freeform 11"/>
          <p:cNvSpPr/>
          <p:nvPr userDrawn="1"/>
        </p:nvSpPr>
        <p:spPr>
          <a:xfrm rot="10800000">
            <a:off x="177800" y="-6350"/>
            <a:ext cx="12014200" cy="76200"/>
          </a:xfrm>
          <a:custGeom>
            <a:avLst/>
            <a:gdLst/>
            <a:ahLst/>
            <a:cxnLst>
              <a:cxn ang="0">
                <a:pos x="1149" y="0"/>
              </a:cxn>
              <a:cxn ang="0">
                <a:pos x="0" y="0"/>
              </a:cxn>
              <a:cxn ang="0">
                <a:pos x="0" y="785"/>
              </a:cxn>
              <a:cxn ang="0">
                <a:pos x="1149" y="785"/>
              </a:cxn>
              <a:cxn ang="0">
                <a:pos x="1273" y="392"/>
              </a:cxn>
              <a:cxn ang="0">
                <a:pos x="1149" y="0"/>
              </a:cxn>
            </a:cxnLst>
            <a:pathLst>
              <a:path w="1559" h="302">
                <a:moveTo>
                  <a:pt x="1408" y="0"/>
                </a:moveTo>
                <a:cubicBezTo>
                  <a:pt x="0" y="0"/>
                  <a:pt x="0" y="0"/>
                  <a:pt x="0" y="0"/>
                </a:cubicBezTo>
                <a:cubicBezTo>
                  <a:pt x="0" y="302"/>
                  <a:pt x="0" y="302"/>
                  <a:pt x="0" y="302"/>
                </a:cubicBezTo>
                <a:cubicBezTo>
                  <a:pt x="1408" y="302"/>
                  <a:pt x="1408" y="302"/>
                  <a:pt x="1408" y="302"/>
                </a:cubicBezTo>
                <a:cubicBezTo>
                  <a:pt x="1491" y="302"/>
                  <a:pt x="1559" y="234"/>
                  <a:pt x="1559" y="151"/>
                </a:cubicBezTo>
                <a:cubicBezTo>
                  <a:pt x="1559" y="67"/>
                  <a:pt x="1491" y="0"/>
                  <a:pt x="1408" y="0"/>
                </a:cubicBezTo>
                <a:close/>
              </a:path>
            </a:pathLst>
          </a:custGeom>
          <a:gradFill rotWithShape="1">
            <a:gsLst>
              <a:gs pos="0">
                <a:srgbClr val="23607C"/>
              </a:gs>
              <a:gs pos="100000">
                <a:srgbClr val="0C364F"/>
              </a:gs>
            </a:gsLst>
            <a:lin ang="0" scaled="1"/>
            <a:tileRect/>
          </a:gradFill>
          <a:ln w="9525">
            <a:noFill/>
          </a:ln>
        </p:spPr>
        <p:txBody>
          <a:bodyPr/>
          <a:p>
            <a:endParaRPr lang="zh-CN" altLang="en-US" sz="3200"/>
          </a:p>
        </p:txBody>
      </p:sp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914400" y="1336040"/>
            <a:ext cx="10363200" cy="1470025"/>
          </a:xfrm>
        </p:spPr>
        <p:txBody>
          <a:bodyPr/>
          <a:lstStyle>
            <a:lvl1pPr>
              <a:defRPr>
                <a:latin typeface="隶书" panose="02010509060101010101" pitchFamily="49" charset="-122"/>
                <a:ea typeface="隶书" panose="02010509060101010101" pitchFamily="49" charset="-122"/>
              </a:defRPr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828800" y="2967990"/>
            <a:ext cx="8534400" cy="1752600"/>
          </a:xfrm>
        </p:spPr>
        <p:txBody>
          <a:bodyPr/>
          <a:lstStyle>
            <a:lvl1pPr marL="0" indent="0" algn="ctr">
              <a:buNone/>
              <a:defRPr>
                <a:latin typeface="隶书" panose="02010509060101010101" pitchFamily="49" charset="-122"/>
                <a:ea typeface="隶书" panose="02010509060101010101" pitchFamily="49" charset="-122"/>
              </a:defRPr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pPr fontAlgn="base"/>
            <a:r>
              <a:rPr lang="zh-CN" altLang="en-US" strike="noStrike" noProof="1" smtClean="0"/>
              <a:t>单击此处编辑母版副标题样式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609600" y="6245225"/>
            <a:ext cx="28448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737600" y="6245225"/>
            <a:ext cx="28448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2AC53CD-A2F0-4746-AFA2-88787E7692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2AC53CD-A2F0-4746-AFA2-88787E7692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3084" y="4406900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2AC53CD-A2F0-4746-AFA2-88787E7692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9600" y="1600200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7600" y="1600200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2AC53CD-A2F0-4746-AFA2-88787E7692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3367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3367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2AC53CD-A2F0-4746-AFA2-88787E7692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2AC53CD-A2F0-4746-AFA2-88787E7692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2AC53CD-A2F0-4746-AFA2-88787E7692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6733" y="273050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600" y="1435100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2AC53CD-A2F0-4746-AFA2-88787E7692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vert="horz" wrap="square" lIns="91440" tIns="45720" rIns="91440" bIns="45720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FF00"/>
              </a:buClr>
              <a:buSzTx/>
              <a:buFont typeface="Wingdings" panose="05000000000000000000" pitchFamily="2" charset="2"/>
              <a:buNone/>
              <a:defRPr/>
            </a:pPr>
            <a:endParaRPr kumimoji="0" lang="zh-CN" altLang="en-US" sz="3200" b="1" i="0" u="none" strike="noStrike" kern="0" cap="none" spc="0" normalizeH="0" baseline="0" noProof="0" smtClean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2AC53CD-A2F0-4746-AFA2-88787E7692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2AC53CD-A2F0-4746-AFA2-88787E7692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839200" y="274638"/>
            <a:ext cx="2743200" cy="5851525"/>
          </a:xfrm>
        </p:spPr>
        <p:txBody>
          <a:bodyPr vert="eaVert"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00" y="274638"/>
            <a:ext cx="8026400" cy="5851525"/>
          </a:xfrm>
        </p:spPr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2AC53CD-A2F0-4746-AFA2-88787E7692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609600" y="1600200"/>
            <a:ext cx="5384800" cy="4525963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7600" y="1600200"/>
            <a:ext cx="5384800" cy="4525963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2AC53CD-A2F0-4746-AFA2-88787E7692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标题，一项大型内容和两项小型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9600" y="1600200"/>
            <a:ext cx="5384800" cy="4525963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6197600" y="1600200"/>
            <a:ext cx="5384800" cy="2185988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6197600" y="3938588"/>
            <a:ext cx="5384800" cy="2187575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6" name="日期占位符 5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页脚占位符 6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2AC53CD-A2F0-4746-AFA2-88787E7692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 preserve="1">
  <p:cSld name="标题，文本与两项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609600" y="1600200"/>
            <a:ext cx="5384800" cy="4525963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6197600" y="1600200"/>
            <a:ext cx="5384800" cy="2185988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6197600" y="3938588"/>
            <a:ext cx="5384800" cy="2187575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6" name="日期占位符 5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页脚占位符 6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2AC53CD-A2F0-4746-AFA2-88787E7692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标题和四项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sz="quarter"/>
          </p:nvPr>
        </p:nvSpPr>
        <p:spPr>
          <a:xfrm>
            <a:off x="609600" y="274638"/>
            <a:ext cx="10972800" cy="1143000"/>
          </a:xfr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sz="quarter" idx="1"/>
          </p:nvPr>
        </p:nvSpPr>
        <p:spPr>
          <a:xfrm>
            <a:off x="609600" y="1600200"/>
            <a:ext cx="5384800" cy="2185988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6197600" y="1600200"/>
            <a:ext cx="5384800" cy="2185988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609600" y="3938588"/>
            <a:ext cx="5384800" cy="2187575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7600" y="3938588"/>
            <a:ext cx="5384800" cy="2187575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2AC53CD-A2F0-4746-AFA2-88787E7692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bl">
  <p:cSld name="标题和表格">
    <p:bg>
      <p:bgPr>
        <a:gradFill rotWithShape="0">
          <a:gsLst>
            <a:gs pos="0">
              <a:srgbClr val="F9F3EB">
                <a:alpha val="100000"/>
              </a:srgbClr>
            </a:gs>
            <a:gs pos="50000">
              <a:srgbClr val="F6EDE1">
                <a:alpha val="100000"/>
              </a:srgbClr>
            </a:gs>
            <a:gs pos="100000">
              <a:srgbClr val="F3E6D7">
                <a:alpha val="100000"/>
              </a:srgbClr>
            </a:gs>
          </a:gsLst>
          <a:lin ang="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27051" y="188913"/>
            <a:ext cx="10972800" cy="1143000"/>
          </a:xfr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表格占位符 2"/>
          <p:cNvSpPr>
            <a:spLocks noGrp="1"/>
          </p:cNvSpPr>
          <p:nvPr>
            <p:ph type="tbl" idx="1"/>
          </p:nvPr>
        </p:nvSpPr>
        <p:spPr>
          <a:xfrm>
            <a:off x="912284" y="1628775"/>
            <a:ext cx="10972800" cy="4525963"/>
          </a:xfrm>
        </p:spPr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FF00"/>
              </a:buClr>
              <a:buSzTx/>
              <a:buFont typeface="Wingdings" panose="05000000000000000000" pitchFamily="2" charset="2"/>
              <a:buChar char="Ø"/>
              <a:defRPr/>
            </a:pPr>
            <a:endParaRPr kumimoji="0" lang="zh-CN" altLang="en-US" sz="3200" b="1" i="0" u="none" strike="noStrike" kern="0" cap="none" spc="0" normalizeH="0" baseline="0" noProof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日期占位符 3"/>
          <p:cNvSpPr>
            <a:spLocks noGrp="1"/>
          </p:cNvSpPr>
          <p:nvPr>
            <p:ph type="dt" sz="half" idx="2"/>
          </p:nvPr>
        </p:nvSpPr>
        <p:spPr bwMode="auto">
          <a:xfrm>
            <a:off x="609600" y="6245225"/>
            <a:ext cx="28448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页脚占位符 4"/>
          <p:cNvSpPr>
            <a:spLocks noGrp="1"/>
          </p:cNvSpPr>
          <p:nvPr>
            <p:ph type="ftr" sz="quarter" idx="3"/>
          </p:nvPr>
        </p:nvSpPr>
        <p:spPr bwMode="auto">
          <a:xfrm>
            <a:off x="4165600" y="6245225"/>
            <a:ext cx="38608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4"/>
          </p:nvPr>
        </p:nvSpPr>
        <p:spPr bwMode="auto">
          <a:xfrm>
            <a:off x="8737600" y="6245225"/>
            <a:ext cx="28448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03AADBD5-742B-4BDC-9B30-5BE329864B08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 spd="slow">
    <p:wipe dir="d"/>
  </p:transition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标题和内容">
    <p:bg>
      <p:bgPr>
        <a:gradFill rotWithShape="0">
          <a:gsLst>
            <a:gs pos="0">
              <a:srgbClr val="F9F3EB">
                <a:alpha val="100000"/>
              </a:srgbClr>
            </a:gs>
            <a:gs pos="50000">
              <a:srgbClr val="F6EDE1">
                <a:alpha val="100000"/>
              </a:srgbClr>
            </a:gs>
            <a:gs pos="100000">
              <a:srgbClr val="F3E6D7">
                <a:alpha val="100000"/>
              </a:srgbClr>
            </a:gs>
          </a:gsLst>
          <a:lin ang="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 bwMode="auto">
          <a:xfrm>
            <a:off x="0" y="6553199"/>
            <a:ext cx="12192000" cy="292101"/>
          </a:xfrm>
          <a:prstGeom prst="rect">
            <a:avLst/>
          </a:prstGeom>
          <a:gradFill>
            <a:gsLst>
              <a:gs pos="0">
                <a:srgbClr val="007BD3"/>
              </a:gs>
              <a:gs pos="100000">
                <a:srgbClr val="034373"/>
              </a:gs>
            </a:gsLst>
            <a:path path="circle">
              <a:fillToRect l="100000" t="100000"/>
            </a:path>
            <a:tileRect r="-100000" b="-100000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innerShdw blurRad="63500" dist="50800" dir="13500000">
              <a:prstClr val="black">
                <a:alpha val="50000"/>
              </a:prstClr>
            </a:innerShdw>
          </a:effectLst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Rectangle 5"/>
          <p:cNvSpPr txBox="1">
            <a:spLocks noChangeArrowheads="1"/>
          </p:cNvSpPr>
          <p:nvPr/>
        </p:nvSpPr>
        <p:spPr bwMode="auto">
          <a:xfrm>
            <a:off x="8331200" y="6561138"/>
            <a:ext cx="3860800" cy="304800"/>
          </a:xfrm>
          <a:prstGeom prst="rect">
            <a:avLst/>
          </a:prstGeom>
          <a:noFill/>
          <a:ln>
            <a:noFill/>
          </a:ln>
          <a:effectLst/>
        </p:spPr>
        <p:txBody>
          <a:bodyPr/>
          <a:lstStyle>
            <a:defPPr>
              <a:defRPr lang="zh-CN"/>
            </a:defPPr>
            <a:lvl1pPr algn="ctr" rtl="0" eaLnBrk="1" fontAlgn="base" hangingPunct="1">
              <a:spcBef>
                <a:spcPct val="0"/>
              </a:spcBef>
              <a:spcAft>
                <a:spcPct val="0"/>
              </a:spcAft>
              <a:defRPr sz="1400" b="0" kern="1200">
                <a:solidFill>
                  <a:schemeClr val="accent1">
                    <a:lumMod val="50000"/>
                  </a:schemeClr>
                </a:solidFill>
                <a:latin typeface="隶书" panose="02010509060101010101" pitchFamily="49" charset="-122"/>
                <a:ea typeface="隶书" panose="02010509060101010101" pitchFamily="49" charset="-122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1400" b="0" i="0" u="none" strike="noStrike" kern="1200" cap="none" spc="0" normalizeH="0" baseline="0" noProof="0" dirty="0" smtClean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隶书" panose="02010509060101010101" pitchFamily="49" charset="-122"/>
                <a:ea typeface="隶书" panose="02010509060101010101" pitchFamily="49" charset="-122"/>
                <a:cs typeface="+mn-cs"/>
              </a:rPr>
              <a:t>厦门大学 程恩 苏为</a:t>
            </a:r>
            <a:endParaRPr kumimoji="1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srgbClr val="FFC000"/>
              </a:solidFill>
              <a:effectLst/>
              <a:uLnTx/>
              <a:uFillTx/>
              <a:latin typeface="隶书" panose="02010509060101010101" pitchFamily="49" charset="-122"/>
              <a:ea typeface="隶书" panose="02010509060101010101" pitchFamily="49" charset="-122"/>
              <a:cs typeface="+mn-cs"/>
            </a:endParaRPr>
          </a:p>
        </p:txBody>
      </p:sp>
      <p:sp>
        <p:nvSpPr>
          <p:cNvPr id="10" name="Rectangle 5"/>
          <p:cNvSpPr txBox="1">
            <a:spLocks noChangeArrowheads="1"/>
          </p:cNvSpPr>
          <p:nvPr/>
        </p:nvSpPr>
        <p:spPr bwMode="auto">
          <a:xfrm>
            <a:off x="0" y="6535738"/>
            <a:ext cx="3860800" cy="304800"/>
          </a:xfrm>
          <a:prstGeom prst="rect">
            <a:avLst/>
          </a:prstGeom>
          <a:noFill/>
          <a:ln>
            <a:noFill/>
          </a:ln>
          <a:effectLst/>
        </p:spPr>
        <p:txBody>
          <a:bodyPr/>
          <a:lstStyle>
            <a:defPPr>
              <a:defRPr lang="zh-CN"/>
            </a:defPPr>
            <a:lvl1pPr algn="ctr" rtl="0" eaLnBrk="1" fontAlgn="base" hangingPunct="1">
              <a:spcBef>
                <a:spcPct val="0"/>
              </a:spcBef>
              <a:spcAft>
                <a:spcPct val="0"/>
              </a:spcAft>
              <a:defRPr sz="1400" b="0" kern="1200">
                <a:solidFill>
                  <a:schemeClr val="accent1">
                    <a:lumMod val="50000"/>
                  </a:schemeClr>
                </a:solidFill>
                <a:latin typeface="隶书" panose="02010509060101010101" pitchFamily="49" charset="-122"/>
                <a:ea typeface="隶书" panose="02010509060101010101" pitchFamily="49" charset="-122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1400" b="0" i="0" u="none" strike="noStrike" kern="1200" cap="none" spc="0" normalizeH="0" baseline="0" noProof="0" dirty="0" smtClean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隶书" panose="02010509060101010101" pitchFamily="49" charset="-122"/>
                <a:ea typeface="隶书" panose="02010509060101010101" pitchFamily="49" charset="-122"/>
                <a:cs typeface="+mn-cs"/>
              </a:rPr>
              <a:t>水声通信技术</a:t>
            </a:r>
            <a:endParaRPr kumimoji="1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srgbClr val="FFC000"/>
              </a:solidFill>
              <a:effectLst/>
              <a:uLnTx/>
              <a:uFillTx/>
              <a:latin typeface="隶书" panose="02010509060101010101" pitchFamily="49" charset="-122"/>
              <a:ea typeface="隶书" panose="02010509060101010101" pitchFamily="49" charset="-122"/>
              <a:cs typeface="+mn-cs"/>
            </a:endParaRPr>
          </a:p>
        </p:txBody>
      </p:sp>
      <p:sp>
        <p:nvSpPr>
          <p:cNvPr id="11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3860800" y="6553200"/>
            <a:ext cx="4775200" cy="304800"/>
          </a:xfrm>
          <a:prstGeom prst="rect">
            <a:avLst/>
          </a:prstGeom>
          <a:noFill/>
          <a:ln w="9525">
            <a:noFill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p>
            <a:pPr algn="ctr" fontAlgn="base">
              <a:buNone/>
            </a:pPr>
            <a:fld id="{9A0DB2DC-4C9A-4742-B13C-FB6460FD3503}" type="slidenum">
              <a:rPr lang="en-US" altLang="zh-CN" strike="noStrike" noProof="1" dirty="0">
                <a:solidFill>
                  <a:srgbClr val="FF0000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en-US" altLang="zh-CN" strike="noStrike" noProof="1" dirty="0">
              <a:solidFill>
                <a:srgbClr val="FF0000"/>
              </a:solidFill>
            </a:endParaRPr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402167" y="6245225"/>
            <a:ext cx="3052233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bg>
      <p:bgPr>
        <a:pattFill prst="openDmnd">
          <a:fgClr>
            <a:schemeClr val="accent1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6" name="Freeform 11"/>
          <p:cNvSpPr/>
          <p:nvPr userDrawn="1"/>
        </p:nvSpPr>
        <p:spPr>
          <a:xfrm rot="10800000">
            <a:off x="177800" y="-6350"/>
            <a:ext cx="12014200" cy="76200"/>
          </a:xfrm>
          <a:custGeom>
            <a:avLst/>
            <a:gdLst/>
            <a:ahLst/>
            <a:cxnLst>
              <a:cxn ang="0">
                <a:pos x="1149" y="0"/>
              </a:cxn>
              <a:cxn ang="0">
                <a:pos x="0" y="0"/>
              </a:cxn>
              <a:cxn ang="0">
                <a:pos x="0" y="785"/>
              </a:cxn>
              <a:cxn ang="0">
                <a:pos x="1149" y="785"/>
              </a:cxn>
              <a:cxn ang="0">
                <a:pos x="1273" y="392"/>
              </a:cxn>
              <a:cxn ang="0">
                <a:pos x="1149" y="0"/>
              </a:cxn>
            </a:cxnLst>
            <a:pathLst>
              <a:path w="1559" h="302">
                <a:moveTo>
                  <a:pt x="1408" y="0"/>
                </a:moveTo>
                <a:cubicBezTo>
                  <a:pt x="0" y="0"/>
                  <a:pt x="0" y="0"/>
                  <a:pt x="0" y="0"/>
                </a:cubicBezTo>
                <a:cubicBezTo>
                  <a:pt x="0" y="302"/>
                  <a:pt x="0" y="302"/>
                  <a:pt x="0" y="302"/>
                </a:cubicBezTo>
                <a:cubicBezTo>
                  <a:pt x="1408" y="302"/>
                  <a:pt x="1408" y="302"/>
                  <a:pt x="1408" y="302"/>
                </a:cubicBezTo>
                <a:cubicBezTo>
                  <a:pt x="1491" y="302"/>
                  <a:pt x="1559" y="234"/>
                  <a:pt x="1559" y="151"/>
                </a:cubicBezTo>
                <a:cubicBezTo>
                  <a:pt x="1559" y="67"/>
                  <a:pt x="1491" y="0"/>
                  <a:pt x="1408" y="0"/>
                </a:cubicBezTo>
                <a:close/>
              </a:path>
            </a:pathLst>
          </a:custGeom>
          <a:gradFill rotWithShape="1">
            <a:gsLst>
              <a:gs pos="0">
                <a:srgbClr val="23607C"/>
              </a:gs>
              <a:gs pos="100000">
                <a:srgbClr val="0C364F"/>
              </a:gs>
            </a:gsLst>
            <a:lin ang="0" scaled="1"/>
            <a:tileRect/>
          </a:gradFill>
          <a:ln w="9525">
            <a:noFill/>
          </a:ln>
        </p:spPr>
        <p:txBody>
          <a:bodyPr/>
          <a:p>
            <a:endParaRPr lang="zh-CN" altLang="en-US" sz="3200"/>
          </a:p>
        </p:txBody>
      </p:sp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914400" y="1336040"/>
            <a:ext cx="10363200" cy="1470025"/>
          </a:xfrm>
        </p:spPr>
        <p:txBody>
          <a:bodyPr/>
          <a:lstStyle>
            <a:lvl1pPr>
              <a:defRPr>
                <a:latin typeface="隶书" panose="02010509060101010101" pitchFamily="49" charset="-122"/>
                <a:ea typeface="隶书" panose="02010509060101010101" pitchFamily="49" charset="-122"/>
              </a:defRPr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828800" y="2967990"/>
            <a:ext cx="8534400" cy="1752600"/>
          </a:xfrm>
        </p:spPr>
        <p:txBody>
          <a:bodyPr/>
          <a:lstStyle>
            <a:lvl1pPr marL="0" indent="0" algn="ctr">
              <a:buNone/>
              <a:defRPr>
                <a:latin typeface="隶书" panose="02010509060101010101" pitchFamily="49" charset="-122"/>
                <a:ea typeface="隶书" panose="02010509060101010101" pitchFamily="49" charset="-122"/>
              </a:defRPr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pPr fontAlgn="base"/>
            <a:r>
              <a:rPr lang="zh-CN" altLang="en-US" strike="noStrike" noProof="1" smtClean="0"/>
              <a:t>单击此处编辑母版副标题样式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609600" y="6245225"/>
            <a:ext cx="28448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737600" y="6245225"/>
            <a:ext cx="28448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2AC53CD-A2F0-4746-AFA2-88787E7692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2AC53CD-A2F0-4746-AFA2-88787E7692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3084" y="4406900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2AC53CD-A2F0-4746-AFA2-88787E7692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9600" y="1600200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7600" y="1600200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2AC53CD-A2F0-4746-AFA2-88787E7692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3367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3367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2AC53CD-A2F0-4746-AFA2-88787E7692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2AC53CD-A2F0-4746-AFA2-88787E7692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2AC53CD-A2F0-4746-AFA2-88787E7692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6733" y="273050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600" y="1435100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2AC53CD-A2F0-4746-AFA2-88787E7692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vert="horz" wrap="square" lIns="91440" tIns="45720" rIns="91440" bIns="45720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FF00"/>
              </a:buClr>
              <a:buSzTx/>
              <a:buFont typeface="Wingdings" panose="05000000000000000000" pitchFamily="2" charset="2"/>
              <a:buNone/>
              <a:defRPr/>
            </a:pPr>
            <a:endParaRPr kumimoji="0" lang="zh-CN" altLang="en-US" sz="3200" b="1" i="0" u="none" strike="noStrike" kern="0" cap="none" spc="0" normalizeH="0" baseline="0" noProof="0" smtClean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2AC53CD-A2F0-4746-AFA2-88787E7692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2AC53CD-A2F0-4746-AFA2-88787E7692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839200" y="274638"/>
            <a:ext cx="2743200" cy="5851525"/>
          </a:xfrm>
        </p:spPr>
        <p:txBody>
          <a:bodyPr vert="eaVert"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00" y="274638"/>
            <a:ext cx="8026400" cy="5851525"/>
          </a:xfrm>
        </p:spPr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2AC53CD-A2F0-4746-AFA2-88787E7692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609600" y="1600200"/>
            <a:ext cx="5384800" cy="4525963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7600" y="1600200"/>
            <a:ext cx="5384800" cy="4525963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2AC53CD-A2F0-4746-AFA2-88787E7692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标题，一项大型内容和两项小型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9600" y="1600200"/>
            <a:ext cx="5384800" cy="4525963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6197600" y="1600200"/>
            <a:ext cx="5384800" cy="2185988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6197600" y="3938588"/>
            <a:ext cx="5384800" cy="2187575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6" name="日期占位符 5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页脚占位符 6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2AC53CD-A2F0-4746-AFA2-88787E7692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 preserve="1">
  <p:cSld name="标题，文本与两项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609600" y="1600200"/>
            <a:ext cx="5384800" cy="4525963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6197600" y="1600200"/>
            <a:ext cx="5384800" cy="2185988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6197600" y="3938588"/>
            <a:ext cx="5384800" cy="2187575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6" name="日期占位符 5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页脚占位符 6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2AC53CD-A2F0-4746-AFA2-88787E7692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标题和四项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sz="quarter"/>
          </p:nvPr>
        </p:nvSpPr>
        <p:spPr>
          <a:xfrm>
            <a:off x="609600" y="274638"/>
            <a:ext cx="10972800" cy="1143000"/>
          </a:xfr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sz="quarter" idx="1"/>
          </p:nvPr>
        </p:nvSpPr>
        <p:spPr>
          <a:xfrm>
            <a:off x="609600" y="1600200"/>
            <a:ext cx="5384800" cy="2185988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6197600" y="1600200"/>
            <a:ext cx="5384800" cy="2185988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609600" y="3938588"/>
            <a:ext cx="5384800" cy="2187575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7600" y="3938588"/>
            <a:ext cx="5384800" cy="2187575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2AC53CD-A2F0-4746-AFA2-88787E7692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tbl">
  <p:cSld name="标题和表格">
    <p:bg>
      <p:bgPr>
        <a:gradFill rotWithShape="0">
          <a:gsLst>
            <a:gs pos="0">
              <a:srgbClr val="F9F3EB">
                <a:alpha val="100000"/>
              </a:srgbClr>
            </a:gs>
            <a:gs pos="50000">
              <a:srgbClr val="F6EDE1">
                <a:alpha val="100000"/>
              </a:srgbClr>
            </a:gs>
            <a:gs pos="100000">
              <a:srgbClr val="F3E6D7">
                <a:alpha val="100000"/>
              </a:srgbClr>
            </a:gs>
          </a:gsLst>
          <a:lin ang="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27051" y="188913"/>
            <a:ext cx="10972800" cy="1143000"/>
          </a:xfr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表格占位符 2"/>
          <p:cNvSpPr>
            <a:spLocks noGrp="1"/>
          </p:cNvSpPr>
          <p:nvPr>
            <p:ph type="tbl" idx="1"/>
          </p:nvPr>
        </p:nvSpPr>
        <p:spPr>
          <a:xfrm>
            <a:off x="912284" y="1628775"/>
            <a:ext cx="10972800" cy="4525963"/>
          </a:xfrm>
        </p:spPr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FF00"/>
              </a:buClr>
              <a:buSzTx/>
              <a:buFont typeface="Wingdings" panose="05000000000000000000" pitchFamily="2" charset="2"/>
              <a:buChar char="Ø"/>
              <a:defRPr/>
            </a:pPr>
            <a:endParaRPr kumimoji="0" lang="zh-CN" altLang="en-US" sz="3200" b="1" i="0" u="none" strike="noStrike" kern="0" cap="none" spc="0" normalizeH="0" baseline="0" noProof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日期占位符 3"/>
          <p:cNvSpPr>
            <a:spLocks noGrp="1"/>
          </p:cNvSpPr>
          <p:nvPr>
            <p:ph type="dt" sz="half" idx="2"/>
          </p:nvPr>
        </p:nvSpPr>
        <p:spPr bwMode="auto">
          <a:xfrm>
            <a:off x="609600" y="6245225"/>
            <a:ext cx="28448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页脚占位符 4"/>
          <p:cNvSpPr>
            <a:spLocks noGrp="1"/>
          </p:cNvSpPr>
          <p:nvPr>
            <p:ph type="ftr" sz="quarter" idx="3"/>
          </p:nvPr>
        </p:nvSpPr>
        <p:spPr bwMode="auto">
          <a:xfrm>
            <a:off x="4165600" y="6245225"/>
            <a:ext cx="38608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4"/>
          </p:nvPr>
        </p:nvSpPr>
        <p:spPr bwMode="auto">
          <a:xfrm>
            <a:off x="8737600" y="6245225"/>
            <a:ext cx="28448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03AADBD5-742B-4BDC-9B30-5BE329864B08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 spd="slow">
    <p:wipe dir="d"/>
  </p:transition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标题和内容">
    <p:bg>
      <p:bgPr>
        <a:gradFill rotWithShape="0">
          <a:gsLst>
            <a:gs pos="0">
              <a:srgbClr val="F9F3EB">
                <a:alpha val="100000"/>
              </a:srgbClr>
            </a:gs>
            <a:gs pos="50000">
              <a:srgbClr val="F6EDE1">
                <a:alpha val="100000"/>
              </a:srgbClr>
            </a:gs>
            <a:gs pos="100000">
              <a:srgbClr val="F3E6D7">
                <a:alpha val="100000"/>
              </a:srgbClr>
            </a:gs>
          </a:gsLst>
          <a:lin ang="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 bwMode="auto">
          <a:xfrm>
            <a:off x="0" y="6553199"/>
            <a:ext cx="12192000" cy="292101"/>
          </a:xfrm>
          <a:prstGeom prst="rect">
            <a:avLst/>
          </a:prstGeom>
          <a:gradFill>
            <a:gsLst>
              <a:gs pos="0">
                <a:srgbClr val="007BD3"/>
              </a:gs>
              <a:gs pos="100000">
                <a:srgbClr val="034373"/>
              </a:gs>
            </a:gsLst>
            <a:path path="circle">
              <a:fillToRect l="100000" t="100000"/>
            </a:path>
            <a:tileRect r="-100000" b="-100000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innerShdw blurRad="63500" dist="50800" dir="13500000">
              <a:prstClr val="black">
                <a:alpha val="50000"/>
              </a:prstClr>
            </a:innerShdw>
          </a:effectLst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Rectangle 5"/>
          <p:cNvSpPr txBox="1">
            <a:spLocks noChangeArrowheads="1"/>
          </p:cNvSpPr>
          <p:nvPr/>
        </p:nvSpPr>
        <p:spPr bwMode="auto">
          <a:xfrm>
            <a:off x="8331200" y="6561138"/>
            <a:ext cx="3860800" cy="304800"/>
          </a:xfrm>
          <a:prstGeom prst="rect">
            <a:avLst/>
          </a:prstGeom>
          <a:noFill/>
          <a:ln>
            <a:noFill/>
          </a:ln>
          <a:effectLst/>
        </p:spPr>
        <p:txBody>
          <a:bodyPr/>
          <a:lstStyle>
            <a:defPPr>
              <a:defRPr lang="zh-CN"/>
            </a:defPPr>
            <a:lvl1pPr algn="ctr" rtl="0" eaLnBrk="1" fontAlgn="base" hangingPunct="1">
              <a:spcBef>
                <a:spcPct val="0"/>
              </a:spcBef>
              <a:spcAft>
                <a:spcPct val="0"/>
              </a:spcAft>
              <a:defRPr sz="1400" b="0" kern="1200">
                <a:solidFill>
                  <a:schemeClr val="accent1">
                    <a:lumMod val="50000"/>
                  </a:schemeClr>
                </a:solidFill>
                <a:latin typeface="隶书" panose="02010509060101010101" pitchFamily="49" charset="-122"/>
                <a:ea typeface="隶书" panose="02010509060101010101" pitchFamily="49" charset="-122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1400" b="0" i="0" u="none" strike="noStrike" kern="1200" cap="none" spc="0" normalizeH="0" baseline="0" noProof="0" dirty="0" smtClean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隶书" panose="02010509060101010101" pitchFamily="49" charset="-122"/>
                <a:ea typeface="隶书" panose="02010509060101010101" pitchFamily="49" charset="-122"/>
                <a:cs typeface="+mn-cs"/>
              </a:rPr>
              <a:t>厦门大学 程恩 苏为</a:t>
            </a:r>
            <a:endParaRPr kumimoji="1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srgbClr val="FFC000"/>
              </a:solidFill>
              <a:effectLst/>
              <a:uLnTx/>
              <a:uFillTx/>
              <a:latin typeface="隶书" panose="02010509060101010101" pitchFamily="49" charset="-122"/>
              <a:ea typeface="隶书" panose="02010509060101010101" pitchFamily="49" charset="-122"/>
              <a:cs typeface="+mn-cs"/>
            </a:endParaRPr>
          </a:p>
        </p:txBody>
      </p:sp>
      <p:sp>
        <p:nvSpPr>
          <p:cNvPr id="10" name="Rectangle 5"/>
          <p:cNvSpPr txBox="1">
            <a:spLocks noChangeArrowheads="1"/>
          </p:cNvSpPr>
          <p:nvPr/>
        </p:nvSpPr>
        <p:spPr bwMode="auto">
          <a:xfrm>
            <a:off x="0" y="6535738"/>
            <a:ext cx="3860800" cy="304800"/>
          </a:xfrm>
          <a:prstGeom prst="rect">
            <a:avLst/>
          </a:prstGeom>
          <a:noFill/>
          <a:ln>
            <a:noFill/>
          </a:ln>
          <a:effectLst/>
        </p:spPr>
        <p:txBody>
          <a:bodyPr/>
          <a:lstStyle>
            <a:defPPr>
              <a:defRPr lang="zh-CN"/>
            </a:defPPr>
            <a:lvl1pPr algn="ctr" rtl="0" eaLnBrk="1" fontAlgn="base" hangingPunct="1">
              <a:spcBef>
                <a:spcPct val="0"/>
              </a:spcBef>
              <a:spcAft>
                <a:spcPct val="0"/>
              </a:spcAft>
              <a:defRPr sz="1400" b="0" kern="1200">
                <a:solidFill>
                  <a:schemeClr val="accent1">
                    <a:lumMod val="50000"/>
                  </a:schemeClr>
                </a:solidFill>
                <a:latin typeface="隶书" panose="02010509060101010101" pitchFamily="49" charset="-122"/>
                <a:ea typeface="隶书" panose="02010509060101010101" pitchFamily="49" charset="-122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1400" b="0" i="0" u="none" strike="noStrike" kern="1200" cap="none" spc="0" normalizeH="0" baseline="0" noProof="0" dirty="0" smtClean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隶书" panose="02010509060101010101" pitchFamily="49" charset="-122"/>
                <a:ea typeface="隶书" panose="02010509060101010101" pitchFamily="49" charset="-122"/>
                <a:cs typeface="+mn-cs"/>
              </a:rPr>
              <a:t>水声通信技术</a:t>
            </a:r>
            <a:endParaRPr kumimoji="1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srgbClr val="FFC000"/>
              </a:solidFill>
              <a:effectLst/>
              <a:uLnTx/>
              <a:uFillTx/>
              <a:latin typeface="隶书" panose="02010509060101010101" pitchFamily="49" charset="-122"/>
              <a:ea typeface="隶书" panose="02010509060101010101" pitchFamily="49" charset="-122"/>
              <a:cs typeface="+mn-cs"/>
            </a:endParaRPr>
          </a:p>
        </p:txBody>
      </p:sp>
      <p:sp>
        <p:nvSpPr>
          <p:cNvPr id="11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3860800" y="6553200"/>
            <a:ext cx="4775200" cy="304800"/>
          </a:xfrm>
          <a:prstGeom prst="rect">
            <a:avLst/>
          </a:prstGeom>
          <a:noFill/>
          <a:ln w="9525">
            <a:noFill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p>
            <a:pPr algn="ctr" fontAlgn="base">
              <a:buNone/>
            </a:pPr>
            <a:fld id="{9A0DB2DC-4C9A-4742-B13C-FB6460FD3503}" type="slidenum">
              <a:rPr lang="en-US" altLang="zh-CN" strike="noStrike" noProof="1" dirty="0">
                <a:solidFill>
                  <a:srgbClr val="FF0000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en-US" altLang="zh-CN" strike="noStrike" noProof="1" dirty="0">
              <a:solidFill>
                <a:srgbClr val="FF0000"/>
              </a:solidFill>
            </a:endParaRPr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402167" y="6245225"/>
            <a:ext cx="3052233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bg>
      <p:bgPr>
        <a:pattFill prst="openDmnd">
          <a:fgClr>
            <a:schemeClr val="accent1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6" name="Freeform 11"/>
          <p:cNvSpPr/>
          <p:nvPr userDrawn="1"/>
        </p:nvSpPr>
        <p:spPr>
          <a:xfrm rot="10800000">
            <a:off x="177800" y="-6350"/>
            <a:ext cx="12014200" cy="76200"/>
          </a:xfrm>
          <a:custGeom>
            <a:avLst/>
            <a:gdLst/>
            <a:ahLst/>
            <a:cxnLst>
              <a:cxn ang="0">
                <a:pos x="1149" y="0"/>
              </a:cxn>
              <a:cxn ang="0">
                <a:pos x="0" y="0"/>
              </a:cxn>
              <a:cxn ang="0">
                <a:pos x="0" y="785"/>
              </a:cxn>
              <a:cxn ang="0">
                <a:pos x="1149" y="785"/>
              </a:cxn>
              <a:cxn ang="0">
                <a:pos x="1273" y="392"/>
              </a:cxn>
              <a:cxn ang="0">
                <a:pos x="1149" y="0"/>
              </a:cxn>
            </a:cxnLst>
            <a:pathLst>
              <a:path w="1559" h="302">
                <a:moveTo>
                  <a:pt x="1408" y="0"/>
                </a:moveTo>
                <a:cubicBezTo>
                  <a:pt x="0" y="0"/>
                  <a:pt x="0" y="0"/>
                  <a:pt x="0" y="0"/>
                </a:cubicBezTo>
                <a:cubicBezTo>
                  <a:pt x="0" y="302"/>
                  <a:pt x="0" y="302"/>
                  <a:pt x="0" y="302"/>
                </a:cubicBezTo>
                <a:cubicBezTo>
                  <a:pt x="1408" y="302"/>
                  <a:pt x="1408" y="302"/>
                  <a:pt x="1408" y="302"/>
                </a:cubicBezTo>
                <a:cubicBezTo>
                  <a:pt x="1491" y="302"/>
                  <a:pt x="1559" y="234"/>
                  <a:pt x="1559" y="151"/>
                </a:cubicBezTo>
                <a:cubicBezTo>
                  <a:pt x="1559" y="67"/>
                  <a:pt x="1491" y="0"/>
                  <a:pt x="1408" y="0"/>
                </a:cubicBezTo>
                <a:close/>
              </a:path>
            </a:pathLst>
          </a:custGeom>
          <a:gradFill rotWithShape="1">
            <a:gsLst>
              <a:gs pos="0">
                <a:srgbClr val="23607C"/>
              </a:gs>
              <a:gs pos="100000">
                <a:srgbClr val="0C364F"/>
              </a:gs>
            </a:gsLst>
            <a:lin ang="0" scaled="1"/>
            <a:tileRect/>
          </a:gradFill>
          <a:ln w="9525">
            <a:noFill/>
          </a:ln>
        </p:spPr>
        <p:txBody>
          <a:bodyPr/>
          <a:p>
            <a:endParaRPr lang="zh-CN" altLang="en-US" sz="3200"/>
          </a:p>
        </p:txBody>
      </p:sp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914400" y="1336040"/>
            <a:ext cx="10363200" cy="1470025"/>
          </a:xfrm>
        </p:spPr>
        <p:txBody>
          <a:bodyPr/>
          <a:lstStyle>
            <a:lvl1pPr>
              <a:defRPr>
                <a:latin typeface="隶书" panose="02010509060101010101" pitchFamily="49" charset="-122"/>
                <a:ea typeface="隶书" panose="02010509060101010101" pitchFamily="49" charset="-122"/>
              </a:defRPr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828800" y="2967990"/>
            <a:ext cx="8534400" cy="1752600"/>
          </a:xfrm>
        </p:spPr>
        <p:txBody>
          <a:bodyPr/>
          <a:lstStyle>
            <a:lvl1pPr marL="0" indent="0" algn="ctr">
              <a:buNone/>
              <a:defRPr>
                <a:latin typeface="隶书" panose="02010509060101010101" pitchFamily="49" charset="-122"/>
                <a:ea typeface="隶书" panose="02010509060101010101" pitchFamily="49" charset="-122"/>
              </a:defRPr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pPr fontAlgn="base"/>
            <a:r>
              <a:rPr lang="zh-CN" altLang="en-US" strike="noStrike" noProof="1" smtClean="0"/>
              <a:t>单击此处编辑母版副标题样式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609600" y="6245225"/>
            <a:ext cx="28448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737600" y="6245225"/>
            <a:ext cx="28448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2AC53CD-A2F0-4746-AFA2-88787E7692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2AC53CD-A2F0-4746-AFA2-88787E7692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3084" y="4406900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2AC53CD-A2F0-4746-AFA2-88787E7692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9600" y="1600200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7600" y="1600200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2AC53CD-A2F0-4746-AFA2-88787E7692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3367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3367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2AC53CD-A2F0-4746-AFA2-88787E7692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2AC53CD-A2F0-4746-AFA2-88787E7692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2AC53CD-A2F0-4746-AFA2-88787E7692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6733" y="273050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600" y="1435100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2AC53CD-A2F0-4746-AFA2-88787E7692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vert="horz" wrap="square" lIns="91440" tIns="45720" rIns="91440" bIns="45720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FF00"/>
              </a:buClr>
              <a:buSzTx/>
              <a:buFont typeface="Wingdings" panose="05000000000000000000" pitchFamily="2" charset="2"/>
              <a:buNone/>
              <a:defRPr/>
            </a:pPr>
            <a:endParaRPr kumimoji="0" lang="zh-CN" altLang="en-US" sz="3200" b="1" i="0" u="none" strike="noStrike" kern="0" cap="none" spc="0" normalizeH="0" baseline="0" noProof="0" smtClean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2AC53CD-A2F0-4746-AFA2-88787E7692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2AC53CD-A2F0-4746-AFA2-88787E7692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839200" y="274638"/>
            <a:ext cx="2743200" cy="5851525"/>
          </a:xfrm>
        </p:spPr>
        <p:txBody>
          <a:bodyPr vert="eaVert"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00" y="274638"/>
            <a:ext cx="8026400" cy="5851525"/>
          </a:xfrm>
        </p:spPr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2AC53CD-A2F0-4746-AFA2-88787E7692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609600" y="1600200"/>
            <a:ext cx="5384800" cy="4525963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7600" y="1600200"/>
            <a:ext cx="5384800" cy="4525963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2AC53CD-A2F0-4746-AFA2-88787E7692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标题，一项大型内容和两项小型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9600" y="1600200"/>
            <a:ext cx="5384800" cy="4525963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6197600" y="1600200"/>
            <a:ext cx="5384800" cy="2185988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6197600" y="3938588"/>
            <a:ext cx="5384800" cy="2187575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6" name="日期占位符 5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页脚占位符 6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2AC53CD-A2F0-4746-AFA2-88787E7692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 preserve="1">
  <p:cSld name="标题，文本与两项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609600" y="1600200"/>
            <a:ext cx="5384800" cy="4525963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6197600" y="1600200"/>
            <a:ext cx="5384800" cy="2185988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6197600" y="3938588"/>
            <a:ext cx="5384800" cy="2187575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6" name="日期占位符 5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页脚占位符 6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2AC53CD-A2F0-4746-AFA2-88787E7692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标题和四项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sz="quarter"/>
          </p:nvPr>
        </p:nvSpPr>
        <p:spPr>
          <a:xfrm>
            <a:off x="609600" y="274638"/>
            <a:ext cx="10972800" cy="1143000"/>
          </a:xfr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sz="quarter" idx="1"/>
          </p:nvPr>
        </p:nvSpPr>
        <p:spPr>
          <a:xfrm>
            <a:off x="609600" y="1600200"/>
            <a:ext cx="5384800" cy="2185988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6197600" y="1600200"/>
            <a:ext cx="5384800" cy="2185988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609600" y="3938588"/>
            <a:ext cx="5384800" cy="2187575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7600" y="3938588"/>
            <a:ext cx="5384800" cy="2187575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2AC53CD-A2F0-4746-AFA2-88787E7692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tbl">
  <p:cSld name="标题和表格">
    <p:bg>
      <p:bgPr>
        <a:gradFill rotWithShape="0">
          <a:gsLst>
            <a:gs pos="0">
              <a:srgbClr val="F9F3EB">
                <a:alpha val="100000"/>
              </a:srgbClr>
            </a:gs>
            <a:gs pos="50000">
              <a:srgbClr val="F6EDE1">
                <a:alpha val="100000"/>
              </a:srgbClr>
            </a:gs>
            <a:gs pos="100000">
              <a:srgbClr val="F3E6D7">
                <a:alpha val="100000"/>
              </a:srgbClr>
            </a:gs>
          </a:gsLst>
          <a:lin ang="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27051" y="188913"/>
            <a:ext cx="10972800" cy="1143000"/>
          </a:xfr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表格占位符 2"/>
          <p:cNvSpPr>
            <a:spLocks noGrp="1"/>
          </p:cNvSpPr>
          <p:nvPr>
            <p:ph type="tbl" idx="1"/>
          </p:nvPr>
        </p:nvSpPr>
        <p:spPr>
          <a:xfrm>
            <a:off x="912284" y="1628775"/>
            <a:ext cx="10972800" cy="4525963"/>
          </a:xfrm>
        </p:spPr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FF00"/>
              </a:buClr>
              <a:buSzTx/>
              <a:buFont typeface="Wingdings" panose="05000000000000000000" pitchFamily="2" charset="2"/>
              <a:buChar char="Ø"/>
              <a:defRPr/>
            </a:pPr>
            <a:endParaRPr kumimoji="0" lang="zh-CN" altLang="en-US" sz="3200" b="1" i="0" u="none" strike="noStrike" kern="0" cap="none" spc="0" normalizeH="0" baseline="0" noProof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日期占位符 3"/>
          <p:cNvSpPr>
            <a:spLocks noGrp="1"/>
          </p:cNvSpPr>
          <p:nvPr>
            <p:ph type="dt" sz="half" idx="2"/>
          </p:nvPr>
        </p:nvSpPr>
        <p:spPr bwMode="auto">
          <a:xfrm>
            <a:off x="609600" y="6245225"/>
            <a:ext cx="28448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页脚占位符 4"/>
          <p:cNvSpPr>
            <a:spLocks noGrp="1"/>
          </p:cNvSpPr>
          <p:nvPr>
            <p:ph type="ftr" sz="quarter" idx="3"/>
          </p:nvPr>
        </p:nvSpPr>
        <p:spPr bwMode="auto">
          <a:xfrm>
            <a:off x="4165600" y="6245225"/>
            <a:ext cx="38608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4"/>
          </p:nvPr>
        </p:nvSpPr>
        <p:spPr bwMode="auto">
          <a:xfrm>
            <a:off x="8737600" y="6245225"/>
            <a:ext cx="28448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03AADBD5-742B-4BDC-9B30-5BE329864B08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 spd="slow">
    <p:wipe dir="d"/>
  </p:transition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标题和内容">
    <p:bg>
      <p:bgPr>
        <a:gradFill rotWithShape="0">
          <a:gsLst>
            <a:gs pos="0">
              <a:srgbClr val="F9F3EB">
                <a:alpha val="100000"/>
              </a:srgbClr>
            </a:gs>
            <a:gs pos="50000">
              <a:srgbClr val="F6EDE1">
                <a:alpha val="100000"/>
              </a:srgbClr>
            </a:gs>
            <a:gs pos="100000">
              <a:srgbClr val="F3E6D7">
                <a:alpha val="100000"/>
              </a:srgbClr>
            </a:gs>
          </a:gsLst>
          <a:lin ang="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 bwMode="auto">
          <a:xfrm>
            <a:off x="0" y="6553199"/>
            <a:ext cx="12192000" cy="292101"/>
          </a:xfrm>
          <a:prstGeom prst="rect">
            <a:avLst/>
          </a:prstGeom>
          <a:gradFill>
            <a:gsLst>
              <a:gs pos="0">
                <a:srgbClr val="007BD3"/>
              </a:gs>
              <a:gs pos="100000">
                <a:srgbClr val="034373"/>
              </a:gs>
            </a:gsLst>
            <a:path path="circle">
              <a:fillToRect l="100000" t="100000"/>
            </a:path>
            <a:tileRect r="-100000" b="-100000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innerShdw blurRad="63500" dist="50800" dir="13500000">
              <a:prstClr val="black">
                <a:alpha val="50000"/>
              </a:prstClr>
            </a:innerShdw>
          </a:effectLst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Rectangle 5"/>
          <p:cNvSpPr txBox="1">
            <a:spLocks noChangeArrowheads="1"/>
          </p:cNvSpPr>
          <p:nvPr/>
        </p:nvSpPr>
        <p:spPr bwMode="auto">
          <a:xfrm>
            <a:off x="8331200" y="6561138"/>
            <a:ext cx="3860800" cy="304800"/>
          </a:xfrm>
          <a:prstGeom prst="rect">
            <a:avLst/>
          </a:prstGeom>
          <a:noFill/>
          <a:ln>
            <a:noFill/>
          </a:ln>
          <a:effectLst/>
        </p:spPr>
        <p:txBody>
          <a:bodyPr/>
          <a:lstStyle>
            <a:defPPr>
              <a:defRPr lang="zh-CN"/>
            </a:defPPr>
            <a:lvl1pPr algn="ctr" rtl="0" eaLnBrk="1" fontAlgn="base" hangingPunct="1">
              <a:spcBef>
                <a:spcPct val="0"/>
              </a:spcBef>
              <a:spcAft>
                <a:spcPct val="0"/>
              </a:spcAft>
              <a:defRPr sz="1400" b="0" kern="1200">
                <a:solidFill>
                  <a:schemeClr val="accent1">
                    <a:lumMod val="50000"/>
                  </a:schemeClr>
                </a:solidFill>
                <a:latin typeface="隶书" panose="02010509060101010101" pitchFamily="49" charset="-122"/>
                <a:ea typeface="隶书" panose="02010509060101010101" pitchFamily="49" charset="-122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1400" b="0" i="0" u="none" strike="noStrike" kern="1200" cap="none" spc="0" normalizeH="0" baseline="0" noProof="0" dirty="0" smtClean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隶书" panose="02010509060101010101" pitchFamily="49" charset="-122"/>
                <a:ea typeface="隶书" panose="02010509060101010101" pitchFamily="49" charset="-122"/>
                <a:cs typeface="+mn-cs"/>
              </a:rPr>
              <a:t>厦门大学 程恩 苏为</a:t>
            </a:r>
            <a:endParaRPr kumimoji="1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srgbClr val="FFC000"/>
              </a:solidFill>
              <a:effectLst/>
              <a:uLnTx/>
              <a:uFillTx/>
              <a:latin typeface="隶书" panose="02010509060101010101" pitchFamily="49" charset="-122"/>
              <a:ea typeface="隶书" panose="02010509060101010101" pitchFamily="49" charset="-122"/>
              <a:cs typeface="+mn-cs"/>
            </a:endParaRPr>
          </a:p>
        </p:txBody>
      </p:sp>
      <p:sp>
        <p:nvSpPr>
          <p:cNvPr id="10" name="Rectangle 5"/>
          <p:cNvSpPr txBox="1">
            <a:spLocks noChangeArrowheads="1"/>
          </p:cNvSpPr>
          <p:nvPr/>
        </p:nvSpPr>
        <p:spPr bwMode="auto">
          <a:xfrm>
            <a:off x="0" y="6535738"/>
            <a:ext cx="3860800" cy="304800"/>
          </a:xfrm>
          <a:prstGeom prst="rect">
            <a:avLst/>
          </a:prstGeom>
          <a:noFill/>
          <a:ln>
            <a:noFill/>
          </a:ln>
          <a:effectLst/>
        </p:spPr>
        <p:txBody>
          <a:bodyPr/>
          <a:lstStyle>
            <a:defPPr>
              <a:defRPr lang="zh-CN"/>
            </a:defPPr>
            <a:lvl1pPr algn="ctr" rtl="0" eaLnBrk="1" fontAlgn="base" hangingPunct="1">
              <a:spcBef>
                <a:spcPct val="0"/>
              </a:spcBef>
              <a:spcAft>
                <a:spcPct val="0"/>
              </a:spcAft>
              <a:defRPr sz="1400" b="0" kern="1200">
                <a:solidFill>
                  <a:schemeClr val="accent1">
                    <a:lumMod val="50000"/>
                  </a:schemeClr>
                </a:solidFill>
                <a:latin typeface="隶书" panose="02010509060101010101" pitchFamily="49" charset="-122"/>
                <a:ea typeface="隶书" panose="02010509060101010101" pitchFamily="49" charset="-122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1400" b="0" i="0" u="none" strike="noStrike" kern="1200" cap="none" spc="0" normalizeH="0" baseline="0" noProof="0" dirty="0" smtClean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隶书" panose="02010509060101010101" pitchFamily="49" charset="-122"/>
                <a:ea typeface="隶书" panose="02010509060101010101" pitchFamily="49" charset="-122"/>
                <a:cs typeface="+mn-cs"/>
              </a:rPr>
              <a:t>水声通信技术</a:t>
            </a:r>
            <a:endParaRPr kumimoji="1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srgbClr val="FFC000"/>
              </a:solidFill>
              <a:effectLst/>
              <a:uLnTx/>
              <a:uFillTx/>
              <a:latin typeface="隶书" panose="02010509060101010101" pitchFamily="49" charset="-122"/>
              <a:ea typeface="隶书" panose="02010509060101010101" pitchFamily="49" charset="-122"/>
              <a:cs typeface="+mn-cs"/>
            </a:endParaRPr>
          </a:p>
        </p:txBody>
      </p:sp>
      <p:sp>
        <p:nvSpPr>
          <p:cNvPr id="11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3860800" y="6553200"/>
            <a:ext cx="4775200" cy="304800"/>
          </a:xfrm>
          <a:prstGeom prst="rect">
            <a:avLst/>
          </a:prstGeom>
          <a:noFill/>
          <a:ln w="9525">
            <a:noFill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p>
            <a:pPr algn="ctr" fontAlgn="base">
              <a:buNone/>
            </a:pPr>
            <a:fld id="{9A0DB2DC-4C9A-4742-B13C-FB6460FD3503}" type="slidenum">
              <a:rPr lang="en-US" altLang="zh-CN" strike="noStrike" noProof="1" dirty="0">
                <a:solidFill>
                  <a:srgbClr val="FF0000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en-US" altLang="zh-CN" strike="noStrike" noProof="1" dirty="0">
              <a:solidFill>
                <a:srgbClr val="FF0000"/>
              </a:solidFill>
            </a:endParaRPr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402167" y="6245225"/>
            <a:ext cx="3052233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bg>
      <p:bgPr>
        <a:pattFill prst="openDmnd">
          <a:fgClr>
            <a:schemeClr val="accent1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6" name="Freeform 11"/>
          <p:cNvSpPr/>
          <p:nvPr userDrawn="1"/>
        </p:nvSpPr>
        <p:spPr>
          <a:xfrm rot="10800000">
            <a:off x="177800" y="-6350"/>
            <a:ext cx="12014200" cy="76200"/>
          </a:xfrm>
          <a:custGeom>
            <a:avLst/>
            <a:gdLst/>
            <a:ahLst/>
            <a:cxnLst>
              <a:cxn ang="0">
                <a:pos x="1149" y="0"/>
              </a:cxn>
              <a:cxn ang="0">
                <a:pos x="0" y="0"/>
              </a:cxn>
              <a:cxn ang="0">
                <a:pos x="0" y="785"/>
              </a:cxn>
              <a:cxn ang="0">
                <a:pos x="1149" y="785"/>
              </a:cxn>
              <a:cxn ang="0">
                <a:pos x="1273" y="392"/>
              </a:cxn>
              <a:cxn ang="0">
                <a:pos x="1149" y="0"/>
              </a:cxn>
            </a:cxnLst>
            <a:pathLst>
              <a:path w="1559" h="302">
                <a:moveTo>
                  <a:pt x="1408" y="0"/>
                </a:moveTo>
                <a:cubicBezTo>
                  <a:pt x="0" y="0"/>
                  <a:pt x="0" y="0"/>
                  <a:pt x="0" y="0"/>
                </a:cubicBezTo>
                <a:cubicBezTo>
                  <a:pt x="0" y="302"/>
                  <a:pt x="0" y="302"/>
                  <a:pt x="0" y="302"/>
                </a:cubicBezTo>
                <a:cubicBezTo>
                  <a:pt x="1408" y="302"/>
                  <a:pt x="1408" y="302"/>
                  <a:pt x="1408" y="302"/>
                </a:cubicBezTo>
                <a:cubicBezTo>
                  <a:pt x="1491" y="302"/>
                  <a:pt x="1559" y="234"/>
                  <a:pt x="1559" y="151"/>
                </a:cubicBezTo>
                <a:cubicBezTo>
                  <a:pt x="1559" y="67"/>
                  <a:pt x="1491" y="0"/>
                  <a:pt x="1408" y="0"/>
                </a:cubicBezTo>
                <a:close/>
              </a:path>
            </a:pathLst>
          </a:custGeom>
          <a:gradFill rotWithShape="1">
            <a:gsLst>
              <a:gs pos="0">
                <a:srgbClr val="23607C"/>
              </a:gs>
              <a:gs pos="100000">
                <a:srgbClr val="0C364F"/>
              </a:gs>
            </a:gsLst>
            <a:lin ang="0" scaled="1"/>
            <a:tileRect/>
          </a:gradFill>
          <a:ln w="9525">
            <a:noFill/>
          </a:ln>
        </p:spPr>
        <p:txBody>
          <a:bodyPr/>
          <a:p>
            <a:endParaRPr lang="zh-CN" altLang="en-US" sz="3200"/>
          </a:p>
        </p:txBody>
      </p:sp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914400" y="1336040"/>
            <a:ext cx="10363200" cy="1470025"/>
          </a:xfrm>
        </p:spPr>
        <p:txBody>
          <a:bodyPr/>
          <a:lstStyle>
            <a:lvl1pPr>
              <a:defRPr>
                <a:latin typeface="隶书" panose="02010509060101010101" pitchFamily="49" charset="-122"/>
                <a:ea typeface="隶书" panose="02010509060101010101" pitchFamily="49" charset="-122"/>
              </a:defRPr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828800" y="2967990"/>
            <a:ext cx="8534400" cy="1752600"/>
          </a:xfrm>
        </p:spPr>
        <p:txBody>
          <a:bodyPr/>
          <a:lstStyle>
            <a:lvl1pPr marL="0" indent="0" algn="ctr">
              <a:buNone/>
              <a:defRPr>
                <a:latin typeface="隶书" panose="02010509060101010101" pitchFamily="49" charset="-122"/>
                <a:ea typeface="隶书" panose="02010509060101010101" pitchFamily="49" charset="-122"/>
              </a:defRPr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pPr fontAlgn="base"/>
            <a:r>
              <a:rPr lang="zh-CN" altLang="en-US" strike="noStrike" noProof="1" smtClean="0"/>
              <a:t>单击此处编辑母版副标题样式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609600" y="6245225"/>
            <a:ext cx="28448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737600" y="6245225"/>
            <a:ext cx="28448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2AC53CD-A2F0-4746-AFA2-88787E7692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2AC53CD-A2F0-4746-AFA2-88787E7692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3084" y="4406900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2AC53CD-A2F0-4746-AFA2-88787E7692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9600" y="1600200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7600" y="1600200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2AC53CD-A2F0-4746-AFA2-88787E7692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3367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3367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2AC53CD-A2F0-4746-AFA2-88787E7692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2AC53CD-A2F0-4746-AFA2-88787E7692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2AC53CD-A2F0-4746-AFA2-88787E7692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6733" y="273050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600" y="1435100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2AC53CD-A2F0-4746-AFA2-88787E7692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vert="horz" wrap="square" lIns="91440" tIns="45720" rIns="91440" bIns="45720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FF00"/>
              </a:buClr>
              <a:buSzTx/>
              <a:buFont typeface="Wingdings" panose="05000000000000000000" pitchFamily="2" charset="2"/>
              <a:buNone/>
              <a:defRPr/>
            </a:pPr>
            <a:endParaRPr kumimoji="0" lang="zh-CN" altLang="en-US" sz="3200" b="1" i="0" u="none" strike="noStrike" kern="0" cap="none" spc="0" normalizeH="0" baseline="0" noProof="0" smtClean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2AC53CD-A2F0-4746-AFA2-88787E7692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2AC53CD-A2F0-4746-AFA2-88787E7692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839200" y="274638"/>
            <a:ext cx="2743200" cy="5851525"/>
          </a:xfrm>
        </p:spPr>
        <p:txBody>
          <a:bodyPr vert="eaVert"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00" y="274638"/>
            <a:ext cx="8026400" cy="5851525"/>
          </a:xfrm>
        </p:spPr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2AC53CD-A2F0-4746-AFA2-88787E7692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609600" y="1600200"/>
            <a:ext cx="5384800" cy="4525963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7600" y="1600200"/>
            <a:ext cx="5384800" cy="4525963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2AC53CD-A2F0-4746-AFA2-88787E7692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标题，一项大型内容和两项小型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9600" y="1600200"/>
            <a:ext cx="5384800" cy="4525963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6197600" y="1600200"/>
            <a:ext cx="5384800" cy="2185988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6197600" y="3938588"/>
            <a:ext cx="5384800" cy="2187575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6" name="日期占位符 5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页脚占位符 6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2AC53CD-A2F0-4746-AFA2-88787E7692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 preserve="1">
  <p:cSld name="标题，文本与两项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609600" y="1600200"/>
            <a:ext cx="5384800" cy="4525963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6197600" y="1600200"/>
            <a:ext cx="5384800" cy="2185988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6197600" y="3938588"/>
            <a:ext cx="5384800" cy="2187575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6" name="日期占位符 5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页脚占位符 6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2AC53CD-A2F0-4746-AFA2-88787E7692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标题和四项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sz="quarter"/>
          </p:nvPr>
        </p:nvSpPr>
        <p:spPr>
          <a:xfrm>
            <a:off x="609600" y="274638"/>
            <a:ext cx="10972800" cy="1143000"/>
          </a:xfr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sz="quarter" idx="1"/>
          </p:nvPr>
        </p:nvSpPr>
        <p:spPr>
          <a:xfrm>
            <a:off x="609600" y="1600200"/>
            <a:ext cx="5384800" cy="2185988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6197600" y="1600200"/>
            <a:ext cx="5384800" cy="2185988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609600" y="3938588"/>
            <a:ext cx="5384800" cy="2187575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7600" y="3938588"/>
            <a:ext cx="5384800" cy="2187575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2AC53CD-A2F0-4746-AFA2-88787E7692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type="tbl">
  <p:cSld name="标题和表格">
    <p:bg>
      <p:bgPr>
        <a:gradFill rotWithShape="0">
          <a:gsLst>
            <a:gs pos="0">
              <a:srgbClr val="F9F3EB">
                <a:alpha val="100000"/>
              </a:srgbClr>
            </a:gs>
            <a:gs pos="50000">
              <a:srgbClr val="F6EDE1">
                <a:alpha val="100000"/>
              </a:srgbClr>
            </a:gs>
            <a:gs pos="100000">
              <a:srgbClr val="F3E6D7">
                <a:alpha val="100000"/>
              </a:srgbClr>
            </a:gs>
          </a:gsLst>
          <a:lin ang="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27051" y="188913"/>
            <a:ext cx="10972800" cy="1143000"/>
          </a:xfr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表格占位符 2"/>
          <p:cNvSpPr>
            <a:spLocks noGrp="1"/>
          </p:cNvSpPr>
          <p:nvPr>
            <p:ph type="tbl" idx="1"/>
          </p:nvPr>
        </p:nvSpPr>
        <p:spPr>
          <a:xfrm>
            <a:off x="912284" y="1628775"/>
            <a:ext cx="10972800" cy="4525963"/>
          </a:xfrm>
        </p:spPr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FF00"/>
              </a:buClr>
              <a:buSzTx/>
              <a:buFont typeface="Wingdings" panose="05000000000000000000" pitchFamily="2" charset="2"/>
              <a:buChar char="Ø"/>
              <a:defRPr/>
            </a:pPr>
            <a:endParaRPr kumimoji="0" lang="zh-CN" altLang="en-US" sz="3200" b="1" i="0" u="none" strike="noStrike" kern="0" cap="none" spc="0" normalizeH="0" baseline="0" noProof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日期占位符 3"/>
          <p:cNvSpPr>
            <a:spLocks noGrp="1"/>
          </p:cNvSpPr>
          <p:nvPr>
            <p:ph type="dt" sz="half" idx="2"/>
          </p:nvPr>
        </p:nvSpPr>
        <p:spPr bwMode="auto">
          <a:xfrm>
            <a:off x="609600" y="6245225"/>
            <a:ext cx="28448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页脚占位符 4"/>
          <p:cNvSpPr>
            <a:spLocks noGrp="1"/>
          </p:cNvSpPr>
          <p:nvPr>
            <p:ph type="ftr" sz="quarter" idx="3"/>
          </p:nvPr>
        </p:nvSpPr>
        <p:spPr bwMode="auto">
          <a:xfrm>
            <a:off x="4165600" y="6245225"/>
            <a:ext cx="38608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4"/>
          </p:nvPr>
        </p:nvSpPr>
        <p:spPr bwMode="auto">
          <a:xfrm>
            <a:off x="8737600" y="6245225"/>
            <a:ext cx="28448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03AADBD5-742B-4BDC-9B30-5BE329864B08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 spd="slow">
    <p:wipe dir="d"/>
  </p:transition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标题和内容">
    <p:bg>
      <p:bgPr>
        <a:gradFill rotWithShape="0">
          <a:gsLst>
            <a:gs pos="0">
              <a:srgbClr val="F9F3EB">
                <a:alpha val="100000"/>
              </a:srgbClr>
            </a:gs>
            <a:gs pos="50000">
              <a:srgbClr val="F6EDE1">
                <a:alpha val="100000"/>
              </a:srgbClr>
            </a:gs>
            <a:gs pos="100000">
              <a:srgbClr val="F3E6D7">
                <a:alpha val="100000"/>
              </a:srgbClr>
            </a:gs>
          </a:gsLst>
          <a:lin ang="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 bwMode="auto">
          <a:xfrm>
            <a:off x="0" y="6553199"/>
            <a:ext cx="12192000" cy="292101"/>
          </a:xfrm>
          <a:prstGeom prst="rect">
            <a:avLst/>
          </a:prstGeom>
          <a:gradFill>
            <a:gsLst>
              <a:gs pos="0">
                <a:srgbClr val="007BD3"/>
              </a:gs>
              <a:gs pos="100000">
                <a:srgbClr val="034373"/>
              </a:gs>
            </a:gsLst>
            <a:path path="circle">
              <a:fillToRect l="100000" t="100000"/>
            </a:path>
            <a:tileRect r="-100000" b="-100000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innerShdw blurRad="63500" dist="50800" dir="13500000">
              <a:prstClr val="black">
                <a:alpha val="50000"/>
              </a:prstClr>
            </a:innerShdw>
          </a:effectLst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Rectangle 5"/>
          <p:cNvSpPr txBox="1">
            <a:spLocks noChangeArrowheads="1"/>
          </p:cNvSpPr>
          <p:nvPr/>
        </p:nvSpPr>
        <p:spPr bwMode="auto">
          <a:xfrm>
            <a:off x="8331200" y="6561138"/>
            <a:ext cx="3860800" cy="304800"/>
          </a:xfrm>
          <a:prstGeom prst="rect">
            <a:avLst/>
          </a:prstGeom>
          <a:noFill/>
          <a:ln>
            <a:noFill/>
          </a:ln>
          <a:effectLst/>
        </p:spPr>
        <p:txBody>
          <a:bodyPr/>
          <a:lstStyle>
            <a:defPPr>
              <a:defRPr lang="zh-CN"/>
            </a:defPPr>
            <a:lvl1pPr algn="ctr" rtl="0" eaLnBrk="1" fontAlgn="base" hangingPunct="1">
              <a:spcBef>
                <a:spcPct val="0"/>
              </a:spcBef>
              <a:spcAft>
                <a:spcPct val="0"/>
              </a:spcAft>
              <a:defRPr sz="1400" b="0" kern="1200">
                <a:solidFill>
                  <a:schemeClr val="accent1">
                    <a:lumMod val="50000"/>
                  </a:schemeClr>
                </a:solidFill>
                <a:latin typeface="隶书" panose="02010509060101010101" pitchFamily="49" charset="-122"/>
                <a:ea typeface="隶书" panose="02010509060101010101" pitchFamily="49" charset="-122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1400" b="0" i="0" u="none" strike="noStrike" kern="1200" cap="none" spc="0" normalizeH="0" baseline="0" noProof="0" dirty="0" smtClean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隶书" panose="02010509060101010101" pitchFamily="49" charset="-122"/>
                <a:ea typeface="隶书" panose="02010509060101010101" pitchFamily="49" charset="-122"/>
                <a:cs typeface="+mn-cs"/>
              </a:rPr>
              <a:t>厦门大学 程恩 苏为</a:t>
            </a:r>
            <a:endParaRPr kumimoji="1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srgbClr val="FFC000"/>
              </a:solidFill>
              <a:effectLst/>
              <a:uLnTx/>
              <a:uFillTx/>
              <a:latin typeface="隶书" panose="02010509060101010101" pitchFamily="49" charset="-122"/>
              <a:ea typeface="隶书" panose="02010509060101010101" pitchFamily="49" charset="-122"/>
              <a:cs typeface="+mn-cs"/>
            </a:endParaRPr>
          </a:p>
        </p:txBody>
      </p:sp>
      <p:sp>
        <p:nvSpPr>
          <p:cNvPr id="10" name="Rectangle 5"/>
          <p:cNvSpPr txBox="1">
            <a:spLocks noChangeArrowheads="1"/>
          </p:cNvSpPr>
          <p:nvPr/>
        </p:nvSpPr>
        <p:spPr bwMode="auto">
          <a:xfrm>
            <a:off x="0" y="6535738"/>
            <a:ext cx="3860800" cy="304800"/>
          </a:xfrm>
          <a:prstGeom prst="rect">
            <a:avLst/>
          </a:prstGeom>
          <a:noFill/>
          <a:ln>
            <a:noFill/>
          </a:ln>
          <a:effectLst/>
        </p:spPr>
        <p:txBody>
          <a:bodyPr/>
          <a:lstStyle>
            <a:defPPr>
              <a:defRPr lang="zh-CN"/>
            </a:defPPr>
            <a:lvl1pPr algn="ctr" rtl="0" eaLnBrk="1" fontAlgn="base" hangingPunct="1">
              <a:spcBef>
                <a:spcPct val="0"/>
              </a:spcBef>
              <a:spcAft>
                <a:spcPct val="0"/>
              </a:spcAft>
              <a:defRPr sz="1400" b="0" kern="1200">
                <a:solidFill>
                  <a:schemeClr val="accent1">
                    <a:lumMod val="50000"/>
                  </a:schemeClr>
                </a:solidFill>
                <a:latin typeface="隶书" panose="02010509060101010101" pitchFamily="49" charset="-122"/>
                <a:ea typeface="隶书" panose="02010509060101010101" pitchFamily="49" charset="-122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1400" b="0" i="0" u="none" strike="noStrike" kern="1200" cap="none" spc="0" normalizeH="0" baseline="0" noProof="0" dirty="0" smtClean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隶书" panose="02010509060101010101" pitchFamily="49" charset="-122"/>
                <a:ea typeface="隶书" panose="02010509060101010101" pitchFamily="49" charset="-122"/>
                <a:cs typeface="+mn-cs"/>
              </a:rPr>
              <a:t>水声通信技术</a:t>
            </a:r>
            <a:endParaRPr kumimoji="1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srgbClr val="FFC000"/>
              </a:solidFill>
              <a:effectLst/>
              <a:uLnTx/>
              <a:uFillTx/>
              <a:latin typeface="隶书" panose="02010509060101010101" pitchFamily="49" charset="-122"/>
              <a:ea typeface="隶书" panose="02010509060101010101" pitchFamily="49" charset="-122"/>
              <a:cs typeface="+mn-cs"/>
            </a:endParaRPr>
          </a:p>
        </p:txBody>
      </p:sp>
      <p:sp>
        <p:nvSpPr>
          <p:cNvPr id="11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3860800" y="6553200"/>
            <a:ext cx="4775200" cy="304800"/>
          </a:xfrm>
          <a:prstGeom prst="rect">
            <a:avLst/>
          </a:prstGeom>
          <a:noFill/>
          <a:ln w="9525">
            <a:noFill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p>
            <a:pPr algn="ctr" fontAlgn="base">
              <a:buNone/>
            </a:pPr>
            <a:fld id="{9A0DB2DC-4C9A-4742-B13C-FB6460FD3503}" type="slidenum">
              <a:rPr lang="en-US" altLang="zh-CN" strike="noStrike" noProof="1" dirty="0">
                <a:solidFill>
                  <a:srgbClr val="FF0000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en-US" altLang="zh-CN" strike="noStrike" noProof="1" dirty="0">
              <a:solidFill>
                <a:srgbClr val="FF0000"/>
              </a:solidFill>
            </a:endParaRPr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402167" y="6245225"/>
            <a:ext cx="3052233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bg>
      <p:bgPr>
        <a:pattFill prst="openDmnd">
          <a:fgClr>
            <a:schemeClr val="accent1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6" name="Freeform 11"/>
          <p:cNvSpPr/>
          <p:nvPr userDrawn="1"/>
        </p:nvSpPr>
        <p:spPr>
          <a:xfrm rot="10800000">
            <a:off x="177800" y="-6350"/>
            <a:ext cx="12014200" cy="76200"/>
          </a:xfrm>
          <a:custGeom>
            <a:avLst/>
            <a:gdLst/>
            <a:ahLst/>
            <a:cxnLst>
              <a:cxn ang="0">
                <a:pos x="1149" y="0"/>
              </a:cxn>
              <a:cxn ang="0">
                <a:pos x="0" y="0"/>
              </a:cxn>
              <a:cxn ang="0">
                <a:pos x="0" y="785"/>
              </a:cxn>
              <a:cxn ang="0">
                <a:pos x="1149" y="785"/>
              </a:cxn>
              <a:cxn ang="0">
                <a:pos x="1273" y="392"/>
              </a:cxn>
              <a:cxn ang="0">
                <a:pos x="1149" y="0"/>
              </a:cxn>
            </a:cxnLst>
            <a:pathLst>
              <a:path w="1559" h="302">
                <a:moveTo>
                  <a:pt x="1408" y="0"/>
                </a:moveTo>
                <a:cubicBezTo>
                  <a:pt x="0" y="0"/>
                  <a:pt x="0" y="0"/>
                  <a:pt x="0" y="0"/>
                </a:cubicBezTo>
                <a:cubicBezTo>
                  <a:pt x="0" y="302"/>
                  <a:pt x="0" y="302"/>
                  <a:pt x="0" y="302"/>
                </a:cubicBezTo>
                <a:cubicBezTo>
                  <a:pt x="1408" y="302"/>
                  <a:pt x="1408" y="302"/>
                  <a:pt x="1408" y="302"/>
                </a:cubicBezTo>
                <a:cubicBezTo>
                  <a:pt x="1491" y="302"/>
                  <a:pt x="1559" y="234"/>
                  <a:pt x="1559" y="151"/>
                </a:cubicBezTo>
                <a:cubicBezTo>
                  <a:pt x="1559" y="67"/>
                  <a:pt x="1491" y="0"/>
                  <a:pt x="1408" y="0"/>
                </a:cubicBezTo>
                <a:close/>
              </a:path>
            </a:pathLst>
          </a:custGeom>
          <a:gradFill rotWithShape="1">
            <a:gsLst>
              <a:gs pos="0">
                <a:srgbClr val="23607C"/>
              </a:gs>
              <a:gs pos="100000">
                <a:srgbClr val="0C364F"/>
              </a:gs>
            </a:gsLst>
            <a:lin ang="0" scaled="1"/>
            <a:tileRect/>
          </a:gradFill>
          <a:ln w="9525">
            <a:noFill/>
          </a:ln>
        </p:spPr>
        <p:txBody>
          <a:bodyPr/>
          <a:p>
            <a:endParaRPr lang="zh-CN" altLang="en-US" sz="3200"/>
          </a:p>
        </p:txBody>
      </p:sp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914400" y="1336040"/>
            <a:ext cx="10363200" cy="1470025"/>
          </a:xfrm>
        </p:spPr>
        <p:txBody>
          <a:bodyPr/>
          <a:lstStyle>
            <a:lvl1pPr>
              <a:defRPr>
                <a:latin typeface="隶书" panose="02010509060101010101" pitchFamily="49" charset="-122"/>
                <a:ea typeface="隶书" panose="02010509060101010101" pitchFamily="49" charset="-122"/>
              </a:defRPr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828800" y="2967990"/>
            <a:ext cx="8534400" cy="1752600"/>
          </a:xfrm>
        </p:spPr>
        <p:txBody>
          <a:bodyPr/>
          <a:lstStyle>
            <a:lvl1pPr marL="0" indent="0" algn="ctr">
              <a:buNone/>
              <a:defRPr>
                <a:latin typeface="隶书" panose="02010509060101010101" pitchFamily="49" charset="-122"/>
                <a:ea typeface="隶书" panose="02010509060101010101" pitchFamily="49" charset="-122"/>
              </a:defRPr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pPr fontAlgn="base"/>
            <a:r>
              <a:rPr lang="zh-CN" altLang="en-US" strike="noStrike" noProof="1" smtClean="0"/>
              <a:t>单击此处编辑母版副标题样式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609600" y="6245225"/>
            <a:ext cx="28448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737600" y="6245225"/>
            <a:ext cx="28448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2AC53CD-A2F0-4746-AFA2-88787E7692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2AC53CD-A2F0-4746-AFA2-88787E7692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3084" y="4406900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2AC53CD-A2F0-4746-AFA2-88787E7692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9600" y="1600200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7600" y="1600200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2AC53CD-A2F0-4746-AFA2-88787E7692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3367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3367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2AC53CD-A2F0-4746-AFA2-88787E7692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2AC53CD-A2F0-4746-AFA2-88787E7692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2AC53CD-A2F0-4746-AFA2-88787E7692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6733" y="273050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600" y="1435100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2AC53CD-A2F0-4746-AFA2-88787E7692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vert="horz" wrap="square" lIns="91440" tIns="45720" rIns="91440" bIns="45720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FF00"/>
              </a:buClr>
              <a:buSzTx/>
              <a:buFont typeface="Wingdings" panose="05000000000000000000" pitchFamily="2" charset="2"/>
              <a:buNone/>
              <a:defRPr/>
            </a:pPr>
            <a:endParaRPr kumimoji="0" lang="zh-CN" altLang="en-US" sz="3200" b="1" i="0" u="none" strike="noStrike" kern="0" cap="none" spc="0" normalizeH="0" baseline="0" noProof="0" smtClean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2AC53CD-A2F0-4746-AFA2-88787E7692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2AC53CD-A2F0-4746-AFA2-88787E7692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839200" y="274638"/>
            <a:ext cx="2743200" cy="5851525"/>
          </a:xfrm>
        </p:spPr>
        <p:txBody>
          <a:bodyPr vert="eaVert"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00" y="274638"/>
            <a:ext cx="8026400" cy="5851525"/>
          </a:xfrm>
        </p:spPr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2AC53CD-A2F0-4746-AFA2-88787E7692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609600" y="1600200"/>
            <a:ext cx="5384800" cy="4525963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7600" y="1600200"/>
            <a:ext cx="5384800" cy="4525963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2AC53CD-A2F0-4746-AFA2-88787E7692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标题，一项大型内容和两项小型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9600" y="1600200"/>
            <a:ext cx="5384800" cy="4525963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6197600" y="1600200"/>
            <a:ext cx="5384800" cy="2185988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6197600" y="3938588"/>
            <a:ext cx="5384800" cy="2187575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6" name="日期占位符 5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页脚占位符 6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2AC53CD-A2F0-4746-AFA2-88787E7692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 preserve="1">
  <p:cSld name="标题，文本与两项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609600" y="1600200"/>
            <a:ext cx="5384800" cy="4525963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6197600" y="1600200"/>
            <a:ext cx="5384800" cy="2185988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6197600" y="3938588"/>
            <a:ext cx="5384800" cy="2187575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6" name="日期占位符 5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页脚占位符 6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2AC53CD-A2F0-4746-AFA2-88787E7692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标题和四项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sz="quarter"/>
          </p:nvPr>
        </p:nvSpPr>
        <p:spPr>
          <a:xfrm>
            <a:off x="609600" y="274638"/>
            <a:ext cx="10972800" cy="1143000"/>
          </a:xfr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sz="quarter" idx="1"/>
          </p:nvPr>
        </p:nvSpPr>
        <p:spPr>
          <a:xfrm>
            <a:off x="609600" y="1600200"/>
            <a:ext cx="5384800" cy="2185988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6197600" y="1600200"/>
            <a:ext cx="5384800" cy="2185988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609600" y="3938588"/>
            <a:ext cx="5384800" cy="2187575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7600" y="3938588"/>
            <a:ext cx="5384800" cy="2187575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2AC53CD-A2F0-4746-AFA2-88787E7692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type="tbl">
  <p:cSld name="标题和表格">
    <p:bg>
      <p:bgPr>
        <a:gradFill rotWithShape="0">
          <a:gsLst>
            <a:gs pos="0">
              <a:srgbClr val="F9F3EB">
                <a:alpha val="100000"/>
              </a:srgbClr>
            </a:gs>
            <a:gs pos="50000">
              <a:srgbClr val="F6EDE1">
                <a:alpha val="100000"/>
              </a:srgbClr>
            </a:gs>
            <a:gs pos="100000">
              <a:srgbClr val="F3E6D7">
                <a:alpha val="100000"/>
              </a:srgbClr>
            </a:gs>
          </a:gsLst>
          <a:lin ang="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27051" y="188913"/>
            <a:ext cx="10972800" cy="1143000"/>
          </a:xfr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表格占位符 2"/>
          <p:cNvSpPr>
            <a:spLocks noGrp="1"/>
          </p:cNvSpPr>
          <p:nvPr>
            <p:ph type="tbl" idx="1"/>
          </p:nvPr>
        </p:nvSpPr>
        <p:spPr>
          <a:xfrm>
            <a:off x="912284" y="1628775"/>
            <a:ext cx="10972800" cy="4525963"/>
          </a:xfrm>
        </p:spPr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FF00"/>
              </a:buClr>
              <a:buSzTx/>
              <a:buFont typeface="Wingdings" panose="05000000000000000000" pitchFamily="2" charset="2"/>
              <a:buChar char="Ø"/>
              <a:defRPr/>
            </a:pPr>
            <a:endParaRPr kumimoji="0" lang="zh-CN" altLang="en-US" sz="3200" b="1" i="0" u="none" strike="noStrike" kern="0" cap="none" spc="0" normalizeH="0" baseline="0" noProof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日期占位符 3"/>
          <p:cNvSpPr>
            <a:spLocks noGrp="1"/>
          </p:cNvSpPr>
          <p:nvPr>
            <p:ph type="dt" sz="half" idx="2"/>
          </p:nvPr>
        </p:nvSpPr>
        <p:spPr bwMode="auto">
          <a:xfrm>
            <a:off x="609600" y="6245225"/>
            <a:ext cx="28448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页脚占位符 4"/>
          <p:cNvSpPr>
            <a:spLocks noGrp="1"/>
          </p:cNvSpPr>
          <p:nvPr>
            <p:ph type="ftr" sz="quarter" idx="3"/>
          </p:nvPr>
        </p:nvSpPr>
        <p:spPr bwMode="auto">
          <a:xfrm>
            <a:off x="4165600" y="6245225"/>
            <a:ext cx="38608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4"/>
          </p:nvPr>
        </p:nvSpPr>
        <p:spPr bwMode="auto">
          <a:xfrm>
            <a:off x="8737600" y="6245225"/>
            <a:ext cx="28448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03AADBD5-742B-4BDC-9B30-5BE329864B08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 spd="slow">
    <p:wipe dir="d"/>
  </p:transition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标题和内容">
    <p:bg>
      <p:bgPr>
        <a:gradFill rotWithShape="0">
          <a:gsLst>
            <a:gs pos="0">
              <a:srgbClr val="F9F3EB">
                <a:alpha val="100000"/>
              </a:srgbClr>
            </a:gs>
            <a:gs pos="50000">
              <a:srgbClr val="F6EDE1">
                <a:alpha val="100000"/>
              </a:srgbClr>
            </a:gs>
            <a:gs pos="100000">
              <a:srgbClr val="F3E6D7">
                <a:alpha val="100000"/>
              </a:srgbClr>
            </a:gs>
          </a:gsLst>
          <a:lin ang="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 bwMode="auto">
          <a:xfrm>
            <a:off x="0" y="6553199"/>
            <a:ext cx="12192000" cy="292101"/>
          </a:xfrm>
          <a:prstGeom prst="rect">
            <a:avLst/>
          </a:prstGeom>
          <a:gradFill>
            <a:gsLst>
              <a:gs pos="0">
                <a:srgbClr val="007BD3"/>
              </a:gs>
              <a:gs pos="100000">
                <a:srgbClr val="034373"/>
              </a:gs>
            </a:gsLst>
            <a:path path="circle">
              <a:fillToRect l="100000" t="100000"/>
            </a:path>
            <a:tileRect r="-100000" b="-100000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innerShdw blurRad="63500" dist="50800" dir="13500000">
              <a:prstClr val="black">
                <a:alpha val="50000"/>
              </a:prstClr>
            </a:innerShdw>
          </a:effectLst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Rectangle 5"/>
          <p:cNvSpPr txBox="1">
            <a:spLocks noChangeArrowheads="1"/>
          </p:cNvSpPr>
          <p:nvPr/>
        </p:nvSpPr>
        <p:spPr bwMode="auto">
          <a:xfrm>
            <a:off x="8331200" y="6561138"/>
            <a:ext cx="3860800" cy="304800"/>
          </a:xfrm>
          <a:prstGeom prst="rect">
            <a:avLst/>
          </a:prstGeom>
          <a:noFill/>
          <a:ln>
            <a:noFill/>
          </a:ln>
          <a:effectLst/>
        </p:spPr>
        <p:txBody>
          <a:bodyPr/>
          <a:lstStyle>
            <a:defPPr>
              <a:defRPr lang="zh-CN"/>
            </a:defPPr>
            <a:lvl1pPr algn="ctr" rtl="0" eaLnBrk="1" fontAlgn="base" hangingPunct="1">
              <a:spcBef>
                <a:spcPct val="0"/>
              </a:spcBef>
              <a:spcAft>
                <a:spcPct val="0"/>
              </a:spcAft>
              <a:defRPr sz="1400" b="0" kern="1200">
                <a:solidFill>
                  <a:schemeClr val="accent1">
                    <a:lumMod val="50000"/>
                  </a:schemeClr>
                </a:solidFill>
                <a:latin typeface="隶书" panose="02010509060101010101" pitchFamily="49" charset="-122"/>
                <a:ea typeface="隶书" panose="02010509060101010101" pitchFamily="49" charset="-122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1400" b="0" i="0" u="none" strike="noStrike" kern="1200" cap="none" spc="0" normalizeH="0" baseline="0" noProof="0" dirty="0" smtClean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隶书" panose="02010509060101010101" pitchFamily="49" charset="-122"/>
                <a:ea typeface="隶书" panose="02010509060101010101" pitchFamily="49" charset="-122"/>
                <a:cs typeface="+mn-cs"/>
              </a:rPr>
              <a:t>厦门大学 程恩 苏为</a:t>
            </a:r>
            <a:endParaRPr kumimoji="1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srgbClr val="FFC000"/>
              </a:solidFill>
              <a:effectLst/>
              <a:uLnTx/>
              <a:uFillTx/>
              <a:latin typeface="隶书" panose="02010509060101010101" pitchFamily="49" charset="-122"/>
              <a:ea typeface="隶书" panose="02010509060101010101" pitchFamily="49" charset="-122"/>
              <a:cs typeface="+mn-cs"/>
            </a:endParaRPr>
          </a:p>
        </p:txBody>
      </p:sp>
      <p:sp>
        <p:nvSpPr>
          <p:cNvPr id="10" name="Rectangle 5"/>
          <p:cNvSpPr txBox="1">
            <a:spLocks noChangeArrowheads="1"/>
          </p:cNvSpPr>
          <p:nvPr/>
        </p:nvSpPr>
        <p:spPr bwMode="auto">
          <a:xfrm>
            <a:off x="0" y="6535738"/>
            <a:ext cx="3860800" cy="304800"/>
          </a:xfrm>
          <a:prstGeom prst="rect">
            <a:avLst/>
          </a:prstGeom>
          <a:noFill/>
          <a:ln>
            <a:noFill/>
          </a:ln>
          <a:effectLst/>
        </p:spPr>
        <p:txBody>
          <a:bodyPr/>
          <a:lstStyle>
            <a:defPPr>
              <a:defRPr lang="zh-CN"/>
            </a:defPPr>
            <a:lvl1pPr algn="ctr" rtl="0" eaLnBrk="1" fontAlgn="base" hangingPunct="1">
              <a:spcBef>
                <a:spcPct val="0"/>
              </a:spcBef>
              <a:spcAft>
                <a:spcPct val="0"/>
              </a:spcAft>
              <a:defRPr sz="1400" b="0" kern="1200">
                <a:solidFill>
                  <a:schemeClr val="accent1">
                    <a:lumMod val="50000"/>
                  </a:schemeClr>
                </a:solidFill>
                <a:latin typeface="隶书" panose="02010509060101010101" pitchFamily="49" charset="-122"/>
                <a:ea typeface="隶书" panose="02010509060101010101" pitchFamily="49" charset="-122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1400" b="0" i="0" u="none" strike="noStrike" kern="1200" cap="none" spc="0" normalizeH="0" baseline="0" noProof="0" dirty="0" smtClean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隶书" panose="02010509060101010101" pitchFamily="49" charset="-122"/>
                <a:ea typeface="隶书" panose="02010509060101010101" pitchFamily="49" charset="-122"/>
                <a:cs typeface="+mn-cs"/>
              </a:rPr>
              <a:t>水声通信技术</a:t>
            </a:r>
            <a:endParaRPr kumimoji="1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srgbClr val="FFC000"/>
              </a:solidFill>
              <a:effectLst/>
              <a:uLnTx/>
              <a:uFillTx/>
              <a:latin typeface="隶书" panose="02010509060101010101" pitchFamily="49" charset="-122"/>
              <a:ea typeface="隶书" panose="02010509060101010101" pitchFamily="49" charset="-122"/>
              <a:cs typeface="+mn-cs"/>
            </a:endParaRPr>
          </a:p>
        </p:txBody>
      </p:sp>
      <p:sp>
        <p:nvSpPr>
          <p:cNvPr id="11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3860800" y="6553200"/>
            <a:ext cx="4775200" cy="304800"/>
          </a:xfrm>
          <a:prstGeom prst="rect">
            <a:avLst/>
          </a:prstGeom>
          <a:noFill/>
          <a:ln w="9525">
            <a:noFill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p>
            <a:pPr algn="ctr" fontAlgn="base">
              <a:buNone/>
            </a:pPr>
            <a:fld id="{9A0DB2DC-4C9A-4742-B13C-FB6460FD3503}" type="slidenum">
              <a:rPr lang="en-US" altLang="zh-CN" strike="noStrike" noProof="1" dirty="0">
                <a:solidFill>
                  <a:srgbClr val="FF0000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en-US" altLang="zh-CN" strike="noStrike" noProof="1" dirty="0">
              <a:solidFill>
                <a:srgbClr val="FF0000"/>
              </a:solidFill>
            </a:endParaRPr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402167" y="6245225"/>
            <a:ext cx="3052233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bg>
      <p:bgPr>
        <a:pattFill prst="openDmnd">
          <a:fgClr>
            <a:schemeClr val="accent1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6" name="Freeform 11"/>
          <p:cNvSpPr/>
          <p:nvPr userDrawn="1"/>
        </p:nvSpPr>
        <p:spPr>
          <a:xfrm rot="10800000">
            <a:off x="177800" y="-6350"/>
            <a:ext cx="12014200" cy="76200"/>
          </a:xfrm>
          <a:custGeom>
            <a:avLst/>
            <a:gdLst/>
            <a:ahLst/>
            <a:cxnLst>
              <a:cxn ang="0">
                <a:pos x="1149" y="0"/>
              </a:cxn>
              <a:cxn ang="0">
                <a:pos x="0" y="0"/>
              </a:cxn>
              <a:cxn ang="0">
                <a:pos x="0" y="785"/>
              </a:cxn>
              <a:cxn ang="0">
                <a:pos x="1149" y="785"/>
              </a:cxn>
              <a:cxn ang="0">
                <a:pos x="1273" y="392"/>
              </a:cxn>
              <a:cxn ang="0">
                <a:pos x="1149" y="0"/>
              </a:cxn>
            </a:cxnLst>
            <a:pathLst>
              <a:path w="1559" h="302">
                <a:moveTo>
                  <a:pt x="1408" y="0"/>
                </a:moveTo>
                <a:cubicBezTo>
                  <a:pt x="0" y="0"/>
                  <a:pt x="0" y="0"/>
                  <a:pt x="0" y="0"/>
                </a:cubicBezTo>
                <a:cubicBezTo>
                  <a:pt x="0" y="302"/>
                  <a:pt x="0" y="302"/>
                  <a:pt x="0" y="302"/>
                </a:cubicBezTo>
                <a:cubicBezTo>
                  <a:pt x="1408" y="302"/>
                  <a:pt x="1408" y="302"/>
                  <a:pt x="1408" y="302"/>
                </a:cubicBezTo>
                <a:cubicBezTo>
                  <a:pt x="1491" y="302"/>
                  <a:pt x="1559" y="234"/>
                  <a:pt x="1559" y="151"/>
                </a:cubicBezTo>
                <a:cubicBezTo>
                  <a:pt x="1559" y="67"/>
                  <a:pt x="1491" y="0"/>
                  <a:pt x="1408" y="0"/>
                </a:cubicBezTo>
                <a:close/>
              </a:path>
            </a:pathLst>
          </a:custGeom>
          <a:gradFill rotWithShape="1">
            <a:gsLst>
              <a:gs pos="0">
                <a:srgbClr val="23607C"/>
              </a:gs>
              <a:gs pos="100000">
                <a:srgbClr val="0C364F"/>
              </a:gs>
            </a:gsLst>
            <a:lin ang="0" scaled="1"/>
            <a:tileRect/>
          </a:gradFill>
          <a:ln w="9525">
            <a:noFill/>
          </a:ln>
        </p:spPr>
        <p:txBody>
          <a:bodyPr/>
          <a:p>
            <a:endParaRPr lang="zh-CN" altLang="en-US" sz="3200"/>
          </a:p>
        </p:txBody>
      </p:sp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914400" y="1336040"/>
            <a:ext cx="10363200" cy="1470025"/>
          </a:xfrm>
        </p:spPr>
        <p:txBody>
          <a:bodyPr/>
          <a:lstStyle>
            <a:lvl1pPr>
              <a:defRPr>
                <a:latin typeface="隶书" panose="02010509060101010101" pitchFamily="49" charset="-122"/>
                <a:ea typeface="隶书" panose="02010509060101010101" pitchFamily="49" charset="-122"/>
              </a:defRPr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828800" y="2967990"/>
            <a:ext cx="8534400" cy="1752600"/>
          </a:xfrm>
        </p:spPr>
        <p:txBody>
          <a:bodyPr/>
          <a:lstStyle>
            <a:lvl1pPr marL="0" indent="0" algn="ctr">
              <a:buNone/>
              <a:defRPr>
                <a:latin typeface="隶书" panose="02010509060101010101" pitchFamily="49" charset="-122"/>
                <a:ea typeface="隶书" panose="02010509060101010101" pitchFamily="49" charset="-122"/>
              </a:defRPr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pPr fontAlgn="base"/>
            <a:r>
              <a:rPr lang="zh-CN" altLang="en-US" strike="noStrike" noProof="1" smtClean="0"/>
              <a:t>单击此处编辑母版副标题样式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609600" y="6245225"/>
            <a:ext cx="28448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737600" y="6245225"/>
            <a:ext cx="28448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2AC53CD-A2F0-4746-AFA2-88787E7692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2AC53CD-A2F0-4746-AFA2-88787E7692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3084" y="4406900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2AC53CD-A2F0-4746-AFA2-88787E7692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9600" y="1600200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7600" y="1600200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2AC53CD-A2F0-4746-AFA2-88787E7692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3367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3367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2AC53CD-A2F0-4746-AFA2-88787E7692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2AC53CD-A2F0-4746-AFA2-88787E7692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9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2AC53CD-A2F0-4746-AFA2-88787E7692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9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6733" y="273050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600" y="1435100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2AC53CD-A2F0-4746-AFA2-88787E7692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9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vert="horz" wrap="square" lIns="91440" tIns="45720" rIns="91440" bIns="45720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FF00"/>
              </a:buClr>
              <a:buSzTx/>
              <a:buFont typeface="Wingdings" panose="05000000000000000000" pitchFamily="2" charset="2"/>
              <a:buNone/>
              <a:defRPr/>
            </a:pPr>
            <a:endParaRPr kumimoji="0" lang="zh-CN" altLang="en-US" sz="3200" b="1" i="0" u="none" strike="noStrike" kern="0" cap="none" spc="0" normalizeH="0" baseline="0" noProof="0" smtClean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2AC53CD-A2F0-4746-AFA2-88787E7692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9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2AC53CD-A2F0-4746-AFA2-88787E7692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9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839200" y="274638"/>
            <a:ext cx="2743200" cy="5851525"/>
          </a:xfrm>
        </p:spPr>
        <p:txBody>
          <a:bodyPr vert="eaVert"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00" y="274638"/>
            <a:ext cx="8026400" cy="5851525"/>
          </a:xfrm>
        </p:spPr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2AC53CD-A2F0-4746-AFA2-88787E7692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97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609600" y="1600200"/>
            <a:ext cx="5384800" cy="4525963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7600" y="1600200"/>
            <a:ext cx="5384800" cy="4525963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2AC53CD-A2F0-4746-AFA2-88787E7692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98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标题，一项大型内容和两项小型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9600" y="1600200"/>
            <a:ext cx="5384800" cy="4525963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6197600" y="1600200"/>
            <a:ext cx="5384800" cy="2185988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6197600" y="3938588"/>
            <a:ext cx="5384800" cy="2187575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6" name="日期占位符 5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页脚占位符 6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2AC53CD-A2F0-4746-AFA2-88787E7692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99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 preserve="1">
  <p:cSld name="标题，文本与两项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609600" y="1600200"/>
            <a:ext cx="5384800" cy="4525963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6197600" y="1600200"/>
            <a:ext cx="5384800" cy="2185988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6197600" y="3938588"/>
            <a:ext cx="5384800" cy="2187575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6" name="日期占位符 5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页脚占位符 6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2AC53CD-A2F0-4746-AFA2-88787E7692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100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标题和四项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sz="quarter"/>
          </p:nvPr>
        </p:nvSpPr>
        <p:spPr>
          <a:xfrm>
            <a:off x="609600" y="274638"/>
            <a:ext cx="10972800" cy="1143000"/>
          </a:xfr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sz="quarter" idx="1"/>
          </p:nvPr>
        </p:nvSpPr>
        <p:spPr>
          <a:xfrm>
            <a:off x="609600" y="1600200"/>
            <a:ext cx="5384800" cy="2185988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6197600" y="1600200"/>
            <a:ext cx="5384800" cy="2185988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609600" y="3938588"/>
            <a:ext cx="5384800" cy="2187575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7600" y="3938588"/>
            <a:ext cx="5384800" cy="2187575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2AC53CD-A2F0-4746-AFA2-88787E7692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101.xml><?xml version="1.0" encoding="utf-8"?>
<p:sldLayout xmlns:a="http://schemas.openxmlformats.org/drawingml/2006/main" xmlns:r="http://schemas.openxmlformats.org/officeDocument/2006/relationships" xmlns:p="http://schemas.openxmlformats.org/presentationml/2006/main" type="tbl">
  <p:cSld name="标题和表格">
    <p:bg>
      <p:bgPr>
        <a:gradFill rotWithShape="0">
          <a:gsLst>
            <a:gs pos="0">
              <a:srgbClr val="F9F3EB">
                <a:alpha val="100000"/>
              </a:srgbClr>
            </a:gs>
            <a:gs pos="50000">
              <a:srgbClr val="F6EDE1">
                <a:alpha val="100000"/>
              </a:srgbClr>
            </a:gs>
            <a:gs pos="100000">
              <a:srgbClr val="F3E6D7">
                <a:alpha val="100000"/>
              </a:srgbClr>
            </a:gs>
          </a:gsLst>
          <a:lin ang="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27051" y="188913"/>
            <a:ext cx="10972800" cy="1143000"/>
          </a:xfr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表格占位符 2"/>
          <p:cNvSpPr>
            <a:spLocks noGrp="1"/>
          </p:cNvSpPr>
          <p:nvPr>
            <p:ph type="tbl" idx="1"/>
          </p:nvPr>
        </p:nvSpPr>
        <p:spPr>
          <a:xfrm>
            <a:off x="912284" y="1628775"/>
            <a:ext cx="10972800" cy="4525963"/>
          </a:xfrm>
        </p:spPr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FF00"/>
              </a:buClr>
              <a:buSzTx/>
              <a:buFont typeface="Wingdings" panose="05000000000000000000" pitchFamily="2" charset="2"/>
              <a:buChar char="Ø"/>
              <a:defRPr/>
            </a:pPr>
            <a:endParaRPr kumimoji="0" lang="zh-CN" altLang="en-US" sz="3200" b="1" i="0" u="none" strike="noStrike" kern="0" cap="none" spc="0" normalizeH="0" baseline="0" noProof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日期占位符 3"/>
          <p:cNvSpPr>
            <a:spLocks noGrp="1"/>
          </p:cNvSpPr>
          <p:nvPr>
            <p:ph type="dt" sz="half" idx="2"/>
          </p:nvPr>
        </p:nvSpPr>
        <p:spPr bwMode="auto">
          <a:xfrm>
            <a:off x="609600" y="6245225"/>
            <a:ext cx="28448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页脚占位符 4"/>
          <p:cNvSpPr>
            <a:spLocks noGrp="1"/>
          </p:cNvSpPr>
          <p:nvPr>
            <p:ph type="ftr" sz="quarter" idx="3"/>
          </p:nvPr>
        </p:nvSpPr>
        <p:spPr bwMode="auto">
          <a:xfrm>
            <a:off x="4165600" y="6245225"/>
            <a:ext cx="38608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4"/>
          </p:nvPr>
        </p:nvSpPr>
        <p:spPr bwMode="auto">
          <a:xfrm>
            <a:off x="8737600" y="6245225"/>
            <a:ext cx="28448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03AADBD5-742B-4BDC-9B30-5BE329864B08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 spd="slow">
    <p:wipe dir="d"/>
  </p:transition>
</p:sldLayout>
</file>

<file path=ppt/slideLayouts/slideLayout10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标题和内容">
    <p:bg>
      <p:bgPr>
        <a:gradFill rotWithShape="0">
          <a:gsLst>
            <a:gs pos="0">
              <a:srgbClr val="F9F3EB">
                <a:alpha val="100000"/>
              </a:srgbClr>
            </a:gs>
            <a:gs pos="50000">
              <a:srgbClr val="F6EDE1">
                <a:alpha val="100000"/>
              </a:srgbClr>
            </a:gs>
            <a:gs pos="100000">
              <a:srgbClr val="F3E6D7">
                <a:alpha val="100000"/>
              </a:srgbClr>
            </a:gs>
          </a:gsLst>
          <a:lin ang="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 bwMode="auto">
          <a:xfrm>
            <a:off x="0" y="6553199"/>
            <a:ext cx="12192000" cy="292101"/>
          </a:xfrm>
          <a:prstGeom prst="rect">
            <a:avLst/>
          </a:prstGeom>
          <a:gradFill>
            <a:gsLst>
              <a:gs pos="0">
                <a:srgbClr val="007BD3"/>
              </a:gs>
              <a:gs pos="100000">
                <a:srgbClr val="034373"/>
              </a:gs>
            </a:gsLst>
            <a:path path="circle">
              <a:fillToRect l="100000" t="100000"/>
            </a:path>
            <a:tileRect r="-100000" b="-100000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innerShdw blurRad="63500" dist="50800" dir="13500000">
              <a:prstClr val="black">
                <a:alpha val="50000"/>
              </a:prstClr>
            </a:innerShdw>
          </a:effectLst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Rectangle 5"/>
          <p:cNvSpPr txBox="1">
            <a:spLocks noChangeArrowheads="1"/>
          </p:cNvSpPr>
          <p:nvPr/>
        </p:nvSpPr>
        <p:spPr bwMode="auto">
          <a:xfrm>
            <a:off x="8331200" y="6561138"/>
            <a:ext cx="3860800" cy="304800"/>
          </a:xfrm>
          <a:prstGeom prst="rect">
            <a:avLst/>
          </a:prstGeom>
          <a:noFill/>
          <a:ln>
            <a:noFill/>
          </a:ln>
          <a:effectLst/>
        </p:spPr>
        <p:txBody>
          <a:bodyPr/>
          <a:lstStyle>
            <a:defPPr>
              <a:defRPr lang="zh-CN"/>
            </a:defPPr>
            <a:lvl1pPr algn="ctr" rtl="0" eaLnBrk="1" fontAlgn="base" hangingPunct="1">
              <a:spcBef>
                <a:spcPct val="0"/>
              </a:spcBef>
              <a:spcAft>
                <a:spcPct val="0"/>
              </a:spcAft>
              <a:defRPr sz="1400" b="0" kern="1200">
                <a:solidFill>
                  <a:schemeClr val="accent1">
                    <a:lumMod val="50000"/>
                  </a:schemeClr>
                </a:solidFill>
                <a:latin typeface="隶书" panose="02010509060101010101" pitchFamily="49" charset="-122"/>
                <a:ea typeface="隶书" panose="02010509060101010101" pitchFamily="49" charset="-122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1400" b="0" i="0" u="none" strike="noStrike" kern="1200" cap="none" spc="0" normalizeH="0" baseline="0" noProof="0" dirty="0" smtClean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隶书" panose="02010509060101010101" pitchFamily="49" charset="-122"/>
                <a:ea typeface="隶书" panose="02010509060101010101" pitchFamily="49" charset="-122"/>
                <a:cs typeface="+mn-cs"/>
              </a:rPr>
              <a:t>厦门大学 程恩 苏为</a:t>
            </a:r>
            <a:endParaRPr kumimoji="1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srgbClr val="FFC000"/>
              </a:solidFill>
              <a:effectLst/>
              <a:uLnTx/>
              <a:uFillTx/>
              <a:latin typeface="隶书" panose="02010509060101010101" pitchFamily="49" charset="-122"/>
              <a:ea typeface="隶书" panose="02010509060101010101" pitchFamily="49" charset="-122"/>
              <a:cs typeface="+mn-cs"/>
            </a:endParaRPr>
          </a:p>
        </p:txBody>
      </p:sp>
      <p:sp>
        <p:nvSpPr>
          <p:cNvPr id="10" name="Rectangle 5"/>
          <p:cNvSpPr txBox="1">
            <a:spLocks noChangeArrowheads="1"/>
          </p:cNvSpPr>
          <p:nvPr/>
        </p:nvSpPr>
        <p:spPr bwMode="auto">
          <a:xfrm>
            <a:off x="0" y="6535738"/>
            <a:ext cx="3860800" cy="304800"/>
          </a:xfrm>
          <a:prstGeom prst="rect">
            <a:avLst/>
          </a:prstGeom>
          <a:noFill/>
          <a:ln>
            <a:noFill/>
          </a:ln>
          <a:effectLst/>
        </p:spPr>
        <p:txBody>
          <a:bodyPr/>
          <a:lstStyle>
            <a:defPPr>
              <a:defRPr lang="zh-CN"/>
            </a:defPPr>
            <a:lvl1pPr algn="ctr" rtl="0" eaLnBrk="1" fontAlgn="base" hangingPunct="1">
              <a:spcBef>
                <a:spcPct val="0"/>
              </a:spcBef>
              <a:spcAft>
                <a:spcPct val="0"/>
              </a:spcAft>
              <a:defRPr sz="1400" b="0" kern="1200">
                <a:solidFill>
                  <a:schemeClr val="accent1">
                    <a:lumMod val="50000"/>
                  </a:schemeClr>
                </a:solidFill>
                <a:latin typeface="隶书" panose="02010509060101010101" pitchFamily="49" charset="-122"/>
                <a:ea typeface="隶书" panose="02010509060101010101" pitchFamily="49" charset="-122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1400" b="0" i="0" u="none" strike="noStrike" kern="1200" cap="none" spc="0" normalizeH="0" baseline="0" noProof="0" dirty="0" smtClean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隶书" panose="02010509060101010101" pitchFamily="49" charset="-122"/>
                <a:ea typeface="隶书" panose="02010509060101010101" pitchFamily="49" charset="-122"/>
                <a:cs typeface="+mn-cs"/>
              </a:rPr>
              <a:t>水声通信技术</a:t>
            </a:r>
            <a:endParaRPr kumimoji="1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srgbClr val="FFC000"/>
              </a:solidFill>
              <a:effectLst/>
              <a:uLnTx/>
              <a:uFillTx/>
              <a:latin typeface="隶书" panose="02010509060101010101" pitchFamily="49" charset="-122"/>
              <a:ea typeface="隶书" panose="02010509060101010101" pitchFamily="49" charset="-122"/>
              <a:cs typeface="+mn-cs"/>
            </a:endParaRPr>
          </a:p>
        </p:txBody>
      </p:sp>
      <p:sp>
        <p:nvSpPr>
          <p:cNvPr id="11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3860800" y="6553200"/>
            <a:ext cx="4775200" cy="304800"/>
          </a:xfrm>
          <a:prstGeom prst="rect">
            <a:avLst/>
          </a:prstGeom>
          <a:noFill/>
          <a:ln w="9525">
            <a:noFill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p>
            <a:pPr algn="ctr" fontAlgn="base">
              <a:buNone/>
            </a:pPr>
            <a:fld id="{9A0DB2DC-4C9A-4742-B13C-FB6460FD3503}" type="slidenum">
              <a:rPr lang="en-US" altLang="zh-CN" strike="noStrike" noProof="1" dirty="0">
                <a:solidFill>
                  <a:srgbClr val="FF0000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en-US" altLang="zh-CN" strike="noStrike" noProof="1" dirty="0">
              <a:solidFill>
                <a:srgbClr val="FF0000"/>
              </a:solidFill>
            </a:endParaRPr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402167" y="6245225"/>
            <a:ext cx="3052233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10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bg>
      <p:bgPr>
        <a:pattFill prst="openDmnd">
          <a:fgClr>
            <a:schemeClr val="accent1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6" name="Freeform 11"/>
          <p:cNvSpPr/>
          <p:nvPr userDrawn="1"/>
        </p:nvSpPr>
        <p:spPr>
          <a:xfrm rot="10800000">
            <a:off x="177800" y="-6350"/>
            <a:ext cx="12014200" cy="76200"/>
          </a:xfrm>
          <a:custGeom>
            <a:avLst/>
            <a:gdLst/>
            <a:ahLst/>
            <a:cxnLst>
              <a:cxn ang="0">
                <a:pos x="1149" y="0"/>
              </a:cxn>
              <a:cxn ang="0">
                <a:pos x="0" y="0"/>
              </a:cxn>
              <a:cxn ang="0">
                <a:pos x="0" y="785"/>
              </a:cxn>
              <a:cxn ang="0">
                <a:pos x="1149" y="785"/>
              </a:cxn>
              <a:cxn ang="0">
                <a:pos x="1273" y="392"/>
              </a:cxn>
              <a:cxn ang="0">
                <a:pos x="1149" y="0"/>
              </a:cxn>
            </a:cxnLst>
            <a:pathLst>
              <a:path w="1559" h="302">
                <a:moveTo>
                  <a:pt x="1408" y="0"/>
                </a:moveTo>
                <a:cubicBezTo>
                  <a:pt x="0" y="0"/>
                  <a:pt x="0" y="0"/>
                  <a:pt x="0" y="0"/>
                </a:cubicBezTo>
                <a:cubicBezTo>
                  <a:pt x="0" y="302"/>
                  <a:pt x="0" y="302"/>
                  <a:pt x="0" y="302"/>
                </a:cubicBezTo>
                <a:cubicBezTo>
                  <a:pt x="1408" y="302"/>
                  <a:pt x="1408" y="302"/>
                  <a:pt x="1408" y="302"/>
                </a:cubicBezTo>
                <a:cubicBezTo>
                  <a:pt x="1491" y="302"/>
                  <a:pt x="1559" y="234"/>
                  <a:pt x="1559" y="151"/>
                </a:cubicBezTo>
                <a:cubicBezTo>
                  <a:pt x="1559" y="67"/>
                  <a:pt x="1491" y="0"/>
                  <a:pt x="1408" y="0"/>
                </a:cubicBezTo>
                <a:close/>
              </a:path>
            </a:pathLst>
          </a:custGeom>
          <a:gradFill rotWithShape="1">
            <a:gsLst>
              <a:gs pos="0">
                <a:srgbClr val="23607C"/>
              </a:gs>
              <a:gs pos="100000">
                <a:srgbClr val="0C364F"/>
              </a:gs>
            </a:gsLst>
            <a:lin ang="0" scaled="1"/>
            <a:tileRect/>
          </a:gradFill>
          <a:ln w="9525">
            <a:noFill/>
          </a:ln>
        </p:spPr>
        <p:txBody>
          <a:bodyPr/>
          <a:p>
            <a:endParaRPr lang="zh-CN" altLang="en-US" sz="3200"/>
          </a:p>
        </p:txBody>
      </p:sp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914400" y="1336040"/>
            <a:ext cx="10363200" cy="1470025"/>
          </a:xfrm>
        </p:spPr>
        <p:txBody>
          <a:bodyPr/>
          <a:lstStyle>
            <a:lvl1pPr>
              <a:defRPr>
                <a:latin typeface="隶书" panose="02010509060101010101" pitchFamily="49" charset="-122"/>
                <a:ea typeface="隶书" panose="02010509060101010101" pitchFamily="49" charset="-122"/>
              </a:defRPr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828800" y="2967990"/>
            <a:ext cx="8534400" cy="1752600"/>
          </a:xfrm>
        </p:spPr>
        <p:txBody>
          <a:bodyPr/>
          <a:lstStyle>
            <a:lvl1pPr marL="0" indent="0" algn="ctr">
              <a:buNone/>
              <a:defRPr>
                <a:latin typeface="隶书" panose="02010509060101010101" pitchFamily="49" charset="-122"/>
                <a:ea typeface="隶书" panose="02010509060101010101" pitchFamily="49" charset="-122"/>
              </a:defRPr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pPr fontAlgn="base"/>
            <a:r>
              <a:rPr lang="zh-CN" altLang="en-US" strike="noStrike" noProof="1" smtClean="0"/>
              <a:t>单击此处编辑母版副标题样式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609600" y="6245225"/>
            <a:ext cx="28448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737600" y="6245225"/>
            <a:ext cx="28448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2AC53CD-A2F0-4746-AFA2-88787E7692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10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2AC53CD-A2F0-4746-AFA2-88787E7692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10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3084" y="4406900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2AC53CD-A2F0-4746-AFA2-88787E7692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10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9600" y="1600200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7600" y="1600200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2AC53CD-A2F0-4746-AFA2-88787E7692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10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3367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3367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2AC53CD-A2F0-4746-AFA2-88787E7692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10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2AC53CD-A2F0-4746-AFA2-88787E7692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10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2AC53CD-A2F0-4746-AFA2-88787E7692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11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6733" y="273050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600" y="1435100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2AC53CD-A2F0-4746-AFA2-88787E7692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11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vert="horz" wrap="square" lIns="91440" tIns="45720" rIns="91440" bIns="45720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FF00"/>
              </a:buClr>
              <a:buSzTx/>
              <a:buFont typeface="Wingdings" panose="05000000000000000000" pitchFamily="2" charset="2"/>
              <a:buNone/>
              <a:defRPr/>
            </a:pPr>
            <a:endParaRPr kumimoji="0" lang="zh-CN" altLang="en-US" sz="3200" b="1" i="0" u="none" strike="noStrike" kern="0" cap="none" spc="0" normalizeH="0" baseline="0" noProof="0" smtClean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2AC53CD-A2F0-4746-AFA2-88787E7692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1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2AC53CD-A2F0-4746-AFA2-88787E7692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1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839200" y="274638"/>
            <a:ext cx="2743200" cy="5851525"/>
          </a:xfrm>
        </p:spPr>
        <p:txBody>
          <a:bodyPr vert="eaVert"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00" y="274638"/>
            <a:ext cx="8026400" cy="5851525"/>
          </a:xfrm>
        </p:spPr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2AC53CD-A2F0-4746-AFA2-88787E7692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114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609600" y="1600200"/>
            <a:ext cx="5384800" cy="4525963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7600" y="1600200"/>
            <a:ext cx="5384800" cy="4525963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2AC53CD-A2F0-4746-AFA2-88787E7692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115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标题，一项大型内容和两项小型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9600" y="1600200"/>
            <a:ext cx="5384800" cy="4525963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6197600" y="1600200"/>
            <a:ext cx="5384800" cy="2185988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6197600" y="3938588"/>
            <a:ext cx="5384800" cy="2187575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6" name="日期占位符 5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页脚占位符 6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2AC53CD-A2F0-4746-AFA2-88787E7692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116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 preserve="1">
  <p:cSld name="标题，文本与两项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609600" y="1600200"/>
            <a:ext cx="5384800" cy="4525963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6197600" y="1600200"/>
            <a:ext cx="5384800" cy="2185988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6197600" y="3938588"/>
            <a:ext cx="5384800" cy="2187575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6" name="日期占位符 5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页脚占位符 6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2AC53CD-A2F0-4746-AFA2-88787E7692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117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标题和四项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sz="quarter"/>
          </p:nvPr>
        </p:nvSpPr>
        <p:spPr>
          <a:xfrm>
            <a:off x="609600" y="274638"/>
            <a:ext cx="10972800" cy="1143000"/>
          </a:xfr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sz="quarter" idx="1"/>
          </p:nvPr>
        </p:nvSpPr>
        <p:spPr>
          <a:xfrm>
            <a:off x="609600" y="1600200"/>
            <a:ext cx="5384800" cy="2185988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6197600" y="1600200"/>
            <a:ext cx="5384800" cy="2185988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609600" y="3938588"/>
            <a:ext cx="5384800" cy="2187575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7600" y="3938588"/>
            <a:ext cx="5384800" cy="2187575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2AC53CD-A2F0-4746-AFA2-88787E7692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118.xml><?xml version="1.0" encoding="utf-8"?>
<p:sldLayout xmlns:a="http://schemas.openxmlformats.org/drawingml/2006/main" xmlns:r="http://schemas.openxmlformats.org/officeDocument/2006/relationships" xmlns:p="http://schemas.openxmlformats.org/presentationml/2006/main" type="tbl">
  <p:cSld name="标题和表格">
    <p:bg>
      <p:bgPr>
        <a:gradFill rotWithShape="0">
          <a:gsLst>
            <a:gs pos="0">
              <a:srgbClr val="F9F3EB">
                <a:alpha val="100000"/>
              </a:srgbClr>
            </a:gs>
            <a:gs pos="50000">
              <a:srgbClr val="F6EDE1">
                <a:alpha val="100000"/>
              </a:srgbClr>
            </a:gs>
            <a:gs pos="100000">
              <a:srgbClr val="F3E6D7">
                <a:alpha val="100000"/>
              </a:srgbClr>
            </a:gs>
          </a:gsLst>
          <a:lin ang="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27051" y="188913"/>
            <a:ext cx="10972800" cy="1143000"/>
          </a:xfr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表格占位符 2"/>
          <p:cNvSpPr>
            <a:spLocks noGrp="1"/>
          </p:cNvSpPr>
          <p:nvPr>
            <p:ph type="tbl" idx="1"/>
          </p:nvPr>
        </p:nvSpPr>
        <p:spPr>
          <a:xfrm>
            <a:off x="912284" y="1628775"/>
            <a:ext cx="10972800" cy="4525963"/>
          </a:xfrm>
        </p:spPr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FF00"/>
              </a:buClr>
              <a:buSzTx/>
              <a:buFont typeface="Wingdings" panose="05000000000000000000" pitchFamily="2" charset="2"/>
              <a:buChar char="Ø"/>
              <a:defRPr/>
            </a:pPr>
            <a:endParaRPr kumimoji="0" lang="zh-CN" altLang="en-US" sz="3200" b="1" i="0" u="none" strike="noStrike" kern="0" cap="none" spc="0" normalizeH="0" baseline="0" noProof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日期占位符 3"/>
          <p:cNvSpPr>
            <a:spLocks noGrp="1"/>
          </p:cNvSpPr>
          <p:nvPr>
            <p:ph type="dt" sz="half" idx="2"/>
          </p:nvPr>
        </p:nvSpPr>
        <p:spPr bwMode="auto">
          <a:xfrm>
            <a:off x="609600" y="6245225"/>
            <a:ext cx="28448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页脚占位符 4"/>
          <p:cNvSpPr>
            <a:spLocks noGrp="1"/>
          </p:cNvSpPr>
          <p:nvPr>
            <p:ph type="ftr" sz="quarter" idx="3"/>
          </p:nvPr>
        </p:nvSpPr>
        <p:spPr bwMode="auto">
          <a:xfrm>
            <a:off x="4165600" y="6245225"/>
            <a:ext cx="38608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4"/>
          </p:nvPr>
        </p:nvSpPr>
        <p:spPr bwMode="auto">
          <a:xfrm>
            <a:off x="8737600" y="6245225"/>
            <a:ext cx="28448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03AADBD5-742B-4BDC-9B30-5BE329864B08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 spd="slow">
    <p:wipe dir="d"/>
  </p:transition>
</p:sldLayout>
</file>

<file path=ppt/slideLayouts/slideLayout11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标题和内容">
    <p:bg>
      <p:bgPr>
        <a:gradFill rotWithShape="0">
          <a:gsLst>
            <a:gs pos="0">
              <a:srgbClr val="F9F3EB">
                <a:alpha val="100000"/>
              </a:srgbClr>
            </a:gs>
            <a:gs pos="50000">
              <a:srgbClr val="F6EDE1">
                <a:alpha val="100000"/>
              </a:srgbClr>
            </a:gs>
            <a:gs pos="100000">
              <a:srgbClr val="F3E6D7">
                <a:alpha val="100000"/>
              </a:srgbClr>
            </a:gs>
          </a:gsLst>
          <a:lin ang="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 bwMode="auto">
          <a:xfrm>
            <a:off x="0" y="6553199"/>
            <a:ext cx="12192000" cy="292101"/>
          </a:xfrm>
          <a:prstGeom prst="rect">
            <a:avLst/>
          </a:prstGeom>
          <a:gradFill>
            <a:gsLst>
              <a:gs pos="0">
                <a:srgbClr val="007BD3"/>
              </a:gs>
              <a:gs pos="100000">
                <a:srgbClr val="034373"/>
              </a:gs>
            </a:gsLst>
            <a:path path="circle">
              <a:fillToRect l="100000" t="100000"/>
            </a:path>
            <a:tileRect r="-100000" b="-100000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innerShdw blurRad="63500" dist="50800" dir="13500000">
              <a:prstClr val="black">
                <a:alpha val="50000"/>
              </a:prstClr>
            </a:innerShdw>
          </a:effectLst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Rectangle 5"/>
          <p:cNvSpPr txBox="1">
            <a:spLocks noChangeArrowheads="1"/>
          </p:cNvSpPr>
          <p:nvPr/>
        </p:nvSpPr>
        <p:spPr bwMode="auto">
          <a:xfrm>
            <a:off x="8331200" y="6561138"/>
            <a:ext cx="3860800" cy="304800"/>
          </a:xfrm>
          <a:prstGeom prst="rect">
            <a:avLst/>
          </a:prstGeom>
          <a:noFill/>
          <a:ln>
            <a:noFill/>
          </a:ln>
          <a:effectLst/>
        </p:spPr>
        <p:txBody>
          <a:bodyPr/>
          <a:lstStyle>
            <a:defPPr>
              <a:defRPr lang="zh-CN"/>
            </a:defPPr>
            <a:lvl1pPr algn="ctr" rtl="0" eaLnBrk="1" fontAlgn="base" hangingPunct="1">
              <a:spcBef>
                <a:spcPct val="0"/>
              </a:spcBef>
              <a:spcAft>
                <a:spcPct val="0"/>
              </a:spcAft>
              <a:defRPr sz="1400" b="0" kern="1200">
                <a:solidFill>
                  <a:schemeClr val="accent1">
                    <a:lumMod val="50000"/>
                  </a:schemeClr>
                </a:solidFill>
                <a:latin typeface="隶书" panose="02010509060101010101" pitchFamily="49" charset="-122"/>
                <a:ea typeface="隶书" panose="02010509060101010101" pitchFamily="49" charset="-122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1400" b="0" i="0" u="none" strike="noStrike" kern="1200" cap="none" spc="0" normalizeH="0" baseline="0" noProof="0" dirty="0" smtClean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隶书" panose="02010509060101010101" pitchFamily="49" charset="-122"/>
                <a:ea typeface="隶书" panose="02010509060101010101" pitchFamily="49" charset="-122"/>
                <a:cs typeface="+mn-cs"/>
              </a:rPr>
              <a:t>厦门大学 程恩 苏为</a:t>
            </a:r>
            <a:endParaRPr kumimoji="1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srgbClr val="FFC000"/>
              </a:solidFill>
              <a:effectLst/>
              <a:uLnTx/>
              <a:uFillTx/>
              <a:latin typeface="隶书" panose="02010509060101010101" pitchFamily="49" charset="-122"/>
              <a:ea typeface="隶书" panose="02010509060101010101" pitchFamily="49" charset="-122"/>
              <a:cs typeface="+mn-cs"/>
            </a:endParaRPr>
          </a:p>
        </p:txBody>
      </p:sp>
      <p:sp>
        <p:nvSpPr>
          <p:cNvPr id="10" name="Rectangle 5"/>
          <p:cNvSpPr txBox="1">
            <a:spLocks noChangeArrowheads="1"/>
          </p:cNvSpPr>
          <p:nvPr/>
        </p:nvSpPr>
        <p:spPr bwMode="auto">
          <a:xfrm>
            <a:off x="0" y="6535738"/>
            <a:ext cx="3860800" cy="304800"/>
          </a:xfrm>
          <a:prstGeom prst="rect">
            <a:avLst/>
          </a:prstGeom>
          <a:noFill/>
          <a:ln>
            <a:noFill/>
          </a:ln>
          <a:effectLst/>
        </p:spPr>
        <p:txBody>
          <a:bodyPr/>
          <a:lstStyle>
            <a:defPPr>
              <a:defRPr lang="zh-CN"/>
            </a:defPPr>
            <a:lvl1pPr algn="ctr" rtl="0" eaLnBrk="1" fontAlgn="base" hangingPunct="1">
              <a:spcBef>
                <a:spcPct val="0"/>
              </a:spcBef>
              <a:spcAft>
                <a:spcPct val="0"/>
              </a:spcAft>
              <a:defRPr sz="1400" b="0" kern="1200">
                <a:solidFill>
                  <a:schemeClr val="accent1">
                    <a:lumMod val="50000"/>
                  </a:schemeClr>
                </a:solidFill>
                <a:latin typeface="隶书" panose="02010509060101010101" pitchFamily="49" charset="-122"/>
                <a:ea typeface="隶书" panose="02010509060101010101" pitchFamily="49" charset="-122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1400" b="0" i="0" u="none" strike="noStrike" kern="1200" cap="none" spc="0" normalizeH="0" baseline="0" noProof="0" dirty="0" smtClean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隶书" panose="02010509060101010101" pitchFamily="49" charset="-122"/>
                <a:ea typeface="隶书" panose="02010509060101010101" pitchFamily="49" charset="-122"/>
                <a:cs typeface="+mn-cs"/>
              </a:rPr>
              <a:t>水声通信技术</a:t>
            </a:r>
            <a:endParaRPr kumimoji="1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srgbClr val="FFC000"/>
              </a:solidFill>
              <a:effectLst/>
              <a:uLnTx/>
              <a:uFillTx/>
              <a:latin typeface="隶书" panose="02010509060101010101" pitchFamily="49" charset="-122"/>
              <a:ea typeface="隶书" panose="02010509060101010101" pitchFamily="49" charset="-122"/>
              <a:cs typeface="+mn-cs"/>
            </a:endParaRPr>
          </a:p>
        </p:txBody>
      </p:sp>
      <p:sp>
        <p:nvSpPr>
          <p:cNvPr id="11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3860800" y="6553200"/>
            <a:ext cx="4775200" cy="304800"/>
          </a:xfrm>
          <a:prstGeom prst="rect">
            <a:avLst/>
          </a:prstGeom>
          <a:noFill/>
          <a:ln w="9525">
            <a:noFill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p>
            <a:pPr algn="ctr" fontAlgn="base">
              <a:buNone/>
            </a:pPr>
            <a:fld id="{9A0DB2DC-4C9A-4742-B13C-FB6460FD3503}" type="slidenum">
              <a:rPr lang="en-US" altLang="zh-CN" strike="noStrike" noProof="1" dirty="0">
                <a:solidFill>
                  <a:srgbClr val="FF0000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en-US" altLang="zh-CN" strike="noStrike" noProof="1" dirty="0">
              <a:solidFill>
                <a:srgbClr val="FF0000"/>
              </a:solidFill>
            </a:endParaRPr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402167" y="6245225"/>
            <a:ext cx="3052233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12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bg>
      <p:bgPr>
        <a:pattFill prst="openDmnd">
          <a:fgClr>
            <a:schemeClr val="accent1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6" name="Freeform 11"/>
          <p:cNvSpPr/>
          <p:nvPr userDrawn="1"/>
        </p:nvSpPr>
        <p:spPr>
          <a:xfrm rot="10800000">
            <a:off x="177800" y="-6350"/>
            <a:ext cx="12014200" cy="76200"/>
          </a:xfrm>
          <a:custGeom>
            <a:avLst/>
            <a:gdLst/>
            <a:ahLst/>
            <a:cxnLst>
              <a:cxn ang="0">
                <a:pos x="1149" y="0"/>
              </a:cxn>
              <a:cxn ang="0">
                <a:pos x="0" y="0"/>
              </a:cxn>
              <a:cxn ang="0">
                <a:pos x="0" y="785"/>
              </a:cxn>
              <a:cxn ang="0">
                <a:pos x="1149" y="785"/>
              </a:cxn>
              <a:cxn ang="0">
                <a:pos x="1273" y="392"/>
              </a:cxn>
              <a:cxn ang="0">
                <a:pos x="1149" y="0"/>
              </a:cxn>
            </a:cxnLst>
            <a:pathLst>
              <a:path w="1559" h="302">
                <a:moveTo>
                  <a:pt x="1408" y="0"/>
                </a:moveTo>
                <a:cubicBezTo>
                  <a:pt x="0" y="0"/>
                  <a:pt x="0" y="0"/>
                  <a:pt x="0" y="0"/>
                </a:cubicBezTo>
                <a:cubicBezTo>
                  <a:pt x="0" y="302"/>
                  <a:pt x="0" y="302"/>
                  <a:pt x="0" y="302"/>
                </a:cubicBezTo>
                <a:cubicBezTo>
                  <a:pt x="1408" y="302"/>
                  <a:pt x="1408" y="302"/>
                  <a:pt x="1408" y="302"/>
                </a:cubicBezTo>
                <a:cubicBezTo>
                  <a:pt x="1491" y="302"/>
                  <a:pt x="1559" y="234"/>
                  <a:pt x="1559" y="151"/>
                </a:cubicBezTo>
                <a:cubicBezTo>
                  <a:pt x="1559" y="67"/>
                  <a:pt x="1491" y="0"/>
                  <a:pt x="1408" y="0"/>
                </a:cubicBezTo>
                <a:close/>
              </a:path>
            </a:pathLst>
          </a:custGeom>
          <a:gradFill rotWithShape="1">
            <a:gsLst>
              <a:gs pos="0">
                <a:srgbClr val="23607C"/>
              </a:gs>
              <a:gs pos="100000">
                <a:srgbClr val="0C364F"/>
              </a:gs>
            </a:gsLst>
            <a:lin ang="0" scaled="1"/>
            <a:tileRect/>
          </a:gradFill>
          <a:ln w="9525">
            <a:noFill/>
          </a:ln>
        </p:spPr>
        <p:txBody>
          <a:bodyPr/>
          <a:p>
            <a:endParaRPr lang="zh-CN" altLang="en-US" sz="3200"/>
          </a:p>
        </p:txBody>
      </p:sp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914400" y="1336040"/>
            <a:ext cx="10363200" cy="1470025"/>
          </a:xfrm>
        </p:spPr>
        <p:txBody>
          <a:bodyPr/>
          <a:lstStyle>
            <a:lvl1pPr>
              <a:defRPr>
                <a:latin typeface="隶书" panose="02010509060101010101" pitchFamily="49" charset="-122"/>
                <a:ea typeface="隶书" panose="02010509060101010101" pitchFamily="49" charset="-122"/>
              </a:defRPr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828800" y="2967990"/>
            <a:ext cx="8534400" cy="1752600"/>
          </a:xfrm>
        </p:spPr>
        <p:txBody>
          <a:bodyPr/>
          <a:lstStyle>
            <a:lvl1pPr marL="0" indent="0" algn="ctr">
              <a:buNone/>
              <a:defRPr>
                <a:latin typeface="隶书" panose="02010509060101010101" pitchFamily="49" charset="-122"/>
                <a:ea typeface="隶书" panose="02010509060101010101" pitchFamily="49" charset="-122"/>
              </a:defRPr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pPr fontAlgn="base"/>
            <a:r>
              <a:rPr lang="zh-CN" altLang="en-US" strike="noStrike" noProof="1" smtClean="0"/>
              <a:t>单击此处编辑母版副标题样式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609600" y="6245225"/>
            <a:ext cx="28448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737600" y="6245225"/>
            <a:ext cx="28448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2AC53CD-A2F0-4746-AFA2-88787E7692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12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2AC53CD-A2F0-4746-AFA2-88787E7692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12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3084" y="4406900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2AC53CD-A2F0-4746-AFA2-88787E7692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12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9600" y="1600200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7600" y="1600200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2AC53CD-A2F0-4746-AFA2-88787E7692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12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3367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3367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2AC53CD-A2F0-4746-AFA2-88787E7692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12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2AC53CD-A2F0-4746-AFA2-88787E7692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12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2AC53CD-A2F0-4746-AFA2-88787E7692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12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6733" y="273050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600" y="1435100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2AC53CD-A2F0-4746-AFA2-88787E7692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12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vert="horz" wrap="square" lIns="91440" tIns="45720" rIns="91440" bIns="45720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FF00"/>
              </a:buClr>
              <a:buSzTx/>
              <a:buFont typeface="Wingdings" panose="05000000000000000000" pitchFamily="2" charset="2"/>
              <a:buNone/>
              <a:defRPr/>
            </a:pPr>
            <a:endParaRPr kumimoji="0" lang="zh-CN" altLang="en-US" sz="3200" b="1" i="0" u="none" strike="noStrike" kern="0" cap="none" spc="0" normalizeH="0" baseline="0" noProof="0" smtClean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2AC53CD-A2F0-4746-AFA2-88787E7692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12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2AC53CD-A2F0-4746-AFA2-88787E7692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13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839200" y="274638"/>
            <a:ext cx="2743200" cy="5851525"/>
          </a:xfrm>
        </p:spPr>
        <p:txBody>
          <a:bodyPr vert="eaVert"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00" y="274638"/>
            <a:ext cx="8026400" cy="5851525"/>
          </a:xfrm>
        </p:spPr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2AC53CD-A2F0-4746-AFA2-88787E7692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131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609600" y="1600200"/>
            <a:ext cx="5384800" cy="4525963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7600" y="1600200"/>
            <a:ext cx="5384800" cy="4525963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2AC53CD-A2F0-4746-AFA2-88787E7692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132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标题，一项大型内容和两项小型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9600" y="1600200"/>
            <a:ext cx="5384800" cy="4525963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6197600" y="1600200"/>
            <a:ext cx="5384800" cy="2185988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6197600" y="3938588"/>
            <a:ext cx="5384800" cy="2187575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6" name="日期占位符 5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页脚占位符 6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2AC53CD-A2F0-4746-AFA2-88787E7692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13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 preserve="1">
  <p:cSld name="标题，文本与两项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609600" y="1600200"/>
            <a:ext cx="5384800" cy="4525963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6197600" y="1600200"/>
            <a:ext cx="5384800" cy="2185988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6197600" y="3938588"/>
            <a:ext cx="5384800" cy="2187575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6" name="日期占位符 5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页脚占位符 6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2AC53CD-A2F0-4746-AFA2-88787E7692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134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标题和四项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sz="quarter"/>
          </p:nvPr>
        </p:nvSpPr>
        <p:spPr>
          <a:xfrm>
            <a:off x="609600" y="274638"/>
            <a:ext cx="10972800" cy="1143000"/>
          </a:xfr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sz="quarter" idx="1"/>
          </p:nvPr>
        </p:nvSpPr>
        <p:spPr>
          <a:xfrm>
            <a:off x="609600" y="1600200"/>
            <a:ext cx="5384800" cy="2185988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6197600" y="1600200"/>
            <a:ext cx="5384800" cy="2185988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609600" y="3938588"/>
            <a:ext cx="5384800" cy="2187575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7600" y="3938588"/>
            <a:ext cx="5384800" cy="2187575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2AC53CD-A2F0-4746-AFA2-88787E7692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135.xml><?xml version="1.0" encoding="utf-8"?>
<p:sldLayout xmlns:a="http://schemas.openxmlformats.org/drawingml/2006/main" xmlns:r="http://schemas.openxmlformats.org/officeDocument/2006/relationships" xmlns:p="http://schemas.openxmlformats.org/presentationml/2006/main" type="tbl">
  <p:cSld name="标题和表格">
    <p:bg>
      <p:bgPr>
        <a:gradFill rotWithShape="0">
          <a:gsLst>
            <a:gs pos="0">
              <a:srgbClr val="F9F3EB">
                <a:alpha val="100000"/>
              </a:srgbClr>
            </a:gs>
            <a:gs pos="50000">
              <a:srgbClr val="F6EDE1">
                <a:alpha val="100000"/>
              </a:srgbClr>
            </a:gs>
            <a:gs pos="100000">
              <a:srgbClr val="F3E6D7">
                <a:alpha val="100000"/>
              </a:srgbClr>
            </a:gs>
          </a:gsLst>
          <a:lin ang="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27051" y="188913"/>
            <a:ext cx="10972800" cy="1143000"/>
          </a:xfr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表格占位符 2"/>
          <p:cNvSpPr>
            <a:spLocks noGrp="1"/>
          </p:cNvSpPr>
          <p:nvPr>
            <p:ph type="tbl" idx="1"/>
          </p:nvPr>
        </p:nvSpPr>
        <p:spPr>
          <a:xfrm>
            <a:off x="912284" y="1628775"/>
            <a:ext cx="10972800" cy="4525963"/>
          </a:xfrm>
        </p:spPr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FF00"/>
              </a:buClr>
              <a:buSzTx/>
              <a:buFont typeface="Wingdings" panose="05000000000000000000" pitchFamily="2" charset="2"/>
              <a:buChar char="Ø"/>
              <a:defRPr/>
            </a:pPr>
            <a:endParaRPr kumimoji="0" lang="zh-CN" altLang="en-US" sz="3200" b="1" i="0" u="none" strike="noStrike" kern="0" cap="none" spc="0" normalizeH="0" baseline="0" noProof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日期占位符 3"/>
          <p:cNvSpPr>
            <a:spLocks noGrp="1"/>
          </p:cNvSpPr>
          <p:nvPr>
            <p:ph type="dt" sz="half" idx="2"/>
          </p:nvPr>
        </p:nvSpPr>
        <p:spPr bwMode="auto">
          <a:xfrm>
            <a:off x="609600" y="6245225"/>
            <a:ext cx="28448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页脚占位符 4"/>
          <p:cNvSpPr>
            <a:spLocks noGrp="1"/>
          </p:cNvSpPr>
          <p:nvPr>
            <p:ph type="ftr" sz="quarter" idx="3"/>
          </p:nvPr>
        </p:nvSpPr>
        <p:spPr bwMode="auto">
          <a:xfrm>
            <a:off x="4165600" y="6245225"/>
            <a:ext cx="38608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4"/>
          </p:nvPr>
        </p:nvSpPr>
        <p:spPr bwMode="auto">
          <a:xfrm>
            <a:off x="8737600" y="6245225"/>
            <a:ext cx="28448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03AADBD5-742B-4BDC-9B30-5BE329864B08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 spd="slow">
    <p:wipe dir="d"/>
  </p:transition>
</p:sldLayout>
</file>

<file path=ppt/slideLayouts/slideLayout13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标题和内容">
    <p:bg>
      <p:bgPr>
        <a:gradFill rotWithShape="0">
          <a:gsLst>
            <a:gs pos="0">
              <a:srgbClr val="F9F3EB">
                <a:alpha val="100000"/>
              </a:srgbClr>
            </a:gs>
            <a:gs pos="50000">
              <a:srgbClr val="F6EDE1">
                <a:alpha val="100000"/>
              </a:srgbClr>
            </a:gs>
            <a:gs pos="100000">
              <a:srgbClr val="F3E6D7">
                <a:alpha val="100000"/>
              </a:srgbClr>
            </a:gs>
          </a:gsLst>
          <a:lin ang="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 bwMode="auto">
          <a:xfrm>
            <a:off x="0" y="6553199"/>
            <a:ext cx="12192000" cy="292101"/>
          </a:xfrm>
          <a:prstGeom prst="rect">
            <a:avLst/>
          </a:prstGeom>
          <a:gradFill>
            <a:gsLst>
              <a:gs pos="0">
                <a:srgbClr val="007BD3"/>
              </a:gs>
              <a:gs pos="100000">
                <a:srgbClr val="034373"/>
              </a:gs>
            </a:gsLst>
            <a:path path="circle">
              <a:fillToRect l="100000" t="100000"/>
            </a:path>
            <a:tileRect r="-100000" b="-100000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innerShdw blurRad="63500" dist="50800" dir="13500000">
              <a:prstClr val="black">
                <a:alpha val="50000"/>
              </a:prstClr>
            </a:innerShdw>
          </a:effectLst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Rectangle 5"/>
          <p:cNvSpPr txBox="1">
            <a:spLocks noChangeArrowheads="1"/>
          </p:cNvSpPr>
          <p:nvPr/>
        </p:nvSpPr>
        <p:spPr bwMode="auto">
          <a:xfrm>
            <a:off x="8331200" y="6561138"/>
            <a:ext cx="3860800" cy="304800"/>
          </a:xfrm>
          <a:prstGeom prst="rect">
            <a:avLst/>
          </a:prstGeom>
          <a:noFill/>
          <a:ln>
            <a:noFill/>
          </a:ln>
          <a:effectLst/>
        </p:spPr>
        <p:txBody>
          <a:bodyPr/>
          <a:lstStyle>
            <a:defPPr>
              <a:defRPr lang="zh-CN"/>
            </a:defPPr>
            <a:lvl1pPr algn="ctr" rtl="0" eaLnBrk="1" fontAlgn="base" hangingPunct="1">
              <a:spcBef>
                <a:spcPct val="0"/>
              </a:spcBef>
              <a:spcAft>
                <a:spcPct val="0"/>
              </a:spcAft>
              <a:defRPr sz="1400" b="0" kern="1200">
                <a:solidFill>
                  <a:schemeClr val="accent1">
                    <a:lumMod val="50000"/>
                  </a:schemeClr>
                </a:solidFill>
                <a:latin typeface="隶书" panose="02010509060101010101" pitchFamily="49" charset="-122"/>
                <a:ea typeface="隶书" panose="02010509060101010101" pitchFamily="49" charset="-122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1400" b="0" i="0" u="none" strike="noStrike" kern="1200" cap="none" spc="0" normalizeH="0" baseline="0" noProof="0" dirty="0" smtClean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隶书" panose="02010509060101010101" pitchFamily="49" charset="-122"/>
                <a:ea typeface="隶书" panose="02010509060101010101" pitchFamily="49" charset="-122"/>
                <a:cs typeface="+mn-cs"/>
              </a:rPr>
              <a:t>厦门大学 程恩 苏为</a:t>
            </a:r>
            <a:endParaRPr kumimoji="1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srgbClr val="FFC000"/>
              </a:solidFill>
              <a:effectLst/>
              <a:uLnTx/>
              <a:uFillTx/>
              <a:latin typeface="隶书" panose="02010509060101010101" pitchFamily="49" charset="-122"/>
              <a:ea typeface="隶书" panose="02010509060101010101" pitchFamily="49" charset="-122"/>
              <a:cs typeface="+mn-cs"/>
            </a:endParaRPr>
          </a:p>
        </p:txBody>
      </p:sp>
      <p:sp>
        <p:nvSpPr>
          <p:cNvPr id="10" name="Rectangle 5"/>
          <p:cNvSpPr txBox="1">
            <a:spLocks noChangeArrowheads="1"/>
          </p:cNvSpPr>
          <p:nvPr/>
        </p:nvSpPr>
        <p:spPr bwMode="auto">
          <a:xfrm>
            <a:off x="0" y="6535738"/>
            <a:ext cx="3860800" cy="304800"/>
          </a:xfrm>
          <a:prstGeom prst="rect">
            <a:avLst/>
          </a:prstGeom>
          <a:noFill/>
          <a:ln>
            <a:noFill/>
          </a:ln>
          <a:effectLst/>
        </p:spPr>
        <p:txBody>
          <a:bodyPr/>
          <a:lstStyle>
            <a:defPPr>
              <a:defRPr lang="zh-CN"/>
            </a:defPPr>
            <a:lvl1pPr algn="ctr" rtl="0" eaLnBrk="1" fontAlgn="base" hangingPunct="1">
              <a:spcBef>
                <a:spcPct val="0"/>
              </a:spcBef>
              <a:spcAft>
                <a:spcPct val="0"/>
              </a:spcAft>
              <a:defRPr sz="1400" b="0" kern="1200">
                <a:solidFill>
                  <a:schemeClr val="accent1">
                    <a:lumMod val="50000"/>
                  </a:schemeClr>
                </a:solidFill>
                <a:latin typeface="隶书" panose="02010509060101010101" pitchFamily="49" charset="-122"/>
                <a:ea typeface="隶书" panose="02010509060101010101" pitchFamily="49" charset="-122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1400" b="0" i="0" u="none" strike="noStrike" kern="1200" cap="none" spc="0" normalizeH="0" baseline="0" noProof="0" dirty="0" smtClean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隶书" panose="02010509060101010101" pitchFamily="49" charset="-122"/>
                <a:ea typeface="隶书" panose="02010509060101010101" pitchFamily="49" charset="-122"/>
                <a:cs typeface="+mn-cs"/>
              </a:rPr>
              <a:t>水声通信技术</a:t>
            </a:r>
            <a:endParaRPr kumimoji="1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srgbClr val="FFC000"/>
              </a:solidFill>
              <a:effectLst/>
              <a:uLnTx/>
              <a:uFillTx/>
              <a:latin typeface="隶书" panose="02010509060101010101" pitchFamily="49" charset="-122"/>
              <a:ea typeface="隶书" panose="02010509060101010101" pitchFamily="49" charset="-122"/>
              <a:cs typeface="+mn-cs"/>
            </a:endParaRPr>
          </a:p>
        </p:txBody>
      </p:sp>
      <p:sp>
        <p:nvSpPr>
          <p:cNvPr id="11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3860800" y="6553200"/>
            <a:ext cx="4775200" cy="304800"/>
          </a:xfrm>
          <a:prstGeom prst="rect">
            <a:avLst/>
          </a:prstGeom>
          <a:noFill/>
          <a:ln w="9525">
            <a:noFill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p>
            <a:pPr algn="ctr" fontAlgn="base">
              <a:buNone/>
            </a:pPr>
            <a:fld id="{9A0DB2DC-4C9A-4742-B13C-FB6460FD3503}" type="slidenum">
              <a:rPr lang="en-US" altLang="zh-CN" strike="noStrike" noProof="1" dirty="0">
                <a:solidFill>
                  <a:srgbClr val="FF0000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en-US" altLang="zh-CN" strike="noStrike" noProof="1" dirty="0">
              <a:solidFill>
                <a:srgbClr val="FF0000"/>
              </a:solidFill>
            </a:endParaRPr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402167" y="6245225"/>
            <a:ext cx="3052233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13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bg>
      <p:bgPr>
        <a:pattFill prst="openDmnd">
          <a:fgClr>
            <a:schemeClr val="accent1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6" name="Freeform 11"/>
          <p:cNvSpPr/>
          <p:nvPr userDrawn="1"/>
        </p:nvSpPr>
        <p:spPr>
          <a:xfrm rot="10800000">
            <a:off x="177800" y="-6350"/>
            <a:ext cx="12014200" cy="76200"/>
          </a:xfrm>
          <a:custGeom>
            <a:avLst/>
            <a:gdLst/>
            <a:ahLst/>
            <a:cxnLst>
              <a:cxn ang="0">
                <a:pos x="1149" y="0"/>
              </a:cxn>
              <a:cxn ang="0">
                <a:pos x="0" y="0"/>
              </a:cxn>
              <a:cxn ang="0">
                <a:pos x="0" y="785"/>
              </a:cxn>
              <a:cxn ang="0">
                <a:pos x="1149" y="785"/>
              </a:cxn>
              <a:cxn ang="0">
                <a:pos x="1273" y="392"/>
              </a:cxn>
              <a:cxn ang="0">
                <a:pos x="1149" y="0"/>
              </a:cxn>
            </a:cxnLst>
            <a:pathLst>
              <a:path w="1559" h="302">
                <a:moveTo>
                  <a:pt x="1408" y="0"/>
                </a:moveTo>
                <a:cubicBezTo>
                  <a:pt x="0" y="0"/>
                  <a:pt x="0" y="0"/>
                  <a:pt x="0" y="0"/>
                </a:cubicBezTo>
                <a:cubicBezTo>
                  <a:pt x="0" y="302"/>
                  <a:pt x="0" y="302"/>
                  <a:pt x="0" y="302"/>
                </a:cubicBezTo>
                <a:cubicBezTo>
                  <a:pt x="1408" y="302"/>
                  <a:pt x="1408" y="302"/>
                  <a:pt x="1408" y="302"/>
                </a:cubicBezTo>
                <a:cubicBezTo>
                  <a:pt x="1491" y="302"/>
                  <a:pt x="1559" y="234"/>
                  <a:pt x="1559" y="151"/>
                </a:cubicBezTo>
                <a:cubicBezTo>
                  <a:pt x="1559" y="67"/>
                  <a:pt x="1491" y="0"/>
                  <a:pt x="1408" y="0"/>
                </a:cubicBezTo>
                <a:close/>
              </a:path>
            </a:pathLst>
          </a:custGeom>
          <a:gradFill rotWithShape="1">
            <a:gsLst>
              <a:gs pos="0">
                <a:srgbClr val="23607C"/>
              </a:gs>
              <a:gs pos="100000">
                <a:srgbClr val="0C364F"/>
              </a:gs>
            </a:gsLst>
            <a:lin ang="0" scaled="1"/>
            <a:tileRect/>
          </a:gradFill>
          <a:ln w="9525">
            <a:noFill/>
          </a:ln>
        </p:spPr>
        <p:txBody>
          <a:bodyPr/>
          <a:p>
            <a:endParaRPr lang="zh-CN" altLang="en-US" sz="3200"/>
          </a:p>
        </p:txBody>
      </p:sp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914400" y="1336040"/>
            <a:ext cx="10363200" cy="1470025"/>
          </a:xfrm>
        </p:spPr>
        <p:txBody>
          <a:bodyPr/>
          <a:lstStyle>
            <a:lvl1pPr>
              <a:defRPr>
                <a:latin typeface="隶书" panose="02010509060101010101" pitchFamily="49" charset="-122"/>
                <a:ea typeface="隶书" panose="02010509060101010101" pitchFamily="49" charset="-122"/>
              </a:defRPr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828800" y="2967990"/>
            <a:ext cx="8534400" cy="1752600"/>
          </a:xfrm>
        </p:spPr>
        <p:txBody>
          <a:bodyPr/>
          <a:lstStyle>
            <a:lvl1pPr marL="0" indent="0" algn="ctr">
              <a:buNone/>
              <a:defRPr>
                <a:latin typeface="隶书" panose="02010509060101010101" pitchFamily="49" charset="-122"/>
                <a:ea typeface="隶书" panose="02010509060101010101" pitchFamily="49" charset="-122"/>
              </a:defRPr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pPr fontAlgn="base"/>
            <a:r>
              <a:rPr lang="zh-CN" altLang="en-US" strike="noStrike" noProof="1" smtClean="0"/>
              <a:t>单击此处编辑母版副标题样式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609600" y="6245225"/>
            <a:ext cx="28448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737600" y="6245225"/>
            <a:ext cx="28448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2AC53CD-A2F0-4746-AFA2-88787E7692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13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2AC53CD-A2F0-4746-AFA2-88787E7692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13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3084" y="4406900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2AC53CD-A2F0-4746-AFA2-88787E7692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14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9600" y="1600200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7600" y="1600200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2AC53CD-A2F0-4746-AFA2-88787E7692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14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3367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3367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2AC53CD-A2F0-4746-AFA2-88787E7692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14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2AC53CD-A2F0-4746-AFA2-88787E7692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14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2AC53CD-A2F0-4746-AFA2-88787E7692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14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6733" y="273050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600" y="1435100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2AC53CD-A2F0-4746-AFA2-88787E7692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14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vert="horz" wrap="square" lIns="91440" tIns="45720" rIns="91440" bIns="45720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FF00"/>
              </a:buClr>
              <a:buSzTx/>
              <a:buFont typeface="Wingdings" panose="05000000000000000000" pitchFamily="2" charset="2"/>
              <a:buNone/>
              <a:defRPr/>
            </a:pPr>
            <a:endParaRPr kumimoji="0" lang="zh-CN" altLang="en-US" sz="3200" b="1" i="0" u="none" strike="noStrike" kern="0" cap="none" spc="0" normalizeH="0" baseline="0" noProof="0" smtClean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2AC53CD-A2F0-4746-AFA2-88787E7692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14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2AC53CD-A2F0-4746-AFA2-88787E7692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14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839200" y="274638"/>
            <a:ext cx="2743200" cy="5851525"/>
          </a:xfrm>
        </p:spPr>
        <p:txBody>
          <a:bodyPr vert="eaVert"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00" y="274638"/>
            <a:ext cx="8026400" cy="5851525"/>
          </a:xfrm>
        </p:spPr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2AC53CD-A2F0-4746-AFA2-88787E7692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148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609600" y="1600200"/>
            <a:ext cx="5384800" cy="4525963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7600" y="1600200"/>
            <a:ext cx="5384800" cy="4525963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2AC53CD-A2F0-4746-AFA2-88787E7692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149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标题，一项大型内容和两项小型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9600" y="1600200"/>
            <a:ext cx="5384800" cy="4525963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6197600" y="1600200"/>
            <a:ext cx="5384800" cy="2185988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6197600" y="3938588"/>
            <a:ext cx="5384800" cy="2187575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6" name="日期占位符 5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页脚占位符 6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2AC53CD-A2F0-4746-AFA2-88787E7692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150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 preserve="1">
  <p:cSld name="标题，文本与两项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609600" y="1600200"/>
            <a:ext cx="5384800" cy="4525963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6197600" y="1600200"/>
            <a:ext cx="5384800" cy="2185988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6197600" y="3938588"/>
            <a:ext cx="5384800" cy="2187575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6" name="日期占位符 5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页脚占位符 6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2AC53CD-A2F0-4746-AFA2-88787E7692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151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标题和四项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sz="quarter"/>
          </p:nvPr>
        </p:nvSpPr>
        <p:spPr>
          <a:xfrm>
            <a:off x="609600" y="274638"/>
            <a:ext cx="10972800" cy="1143000"/>
          </a:xfr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sz="quarter" idx="1"/>
          </p:nvPr>
        </p:nvSpPr>
        <p:spPr>
          <a:xfrm>
            <a:off x="609600" y="1600200"/>
            <a:ext cx="5384800" cy="2185988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6197600" y="1600200"/>
            <a:ext cx="5384800" cy="2185988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609600" y="3938588"/>
            <a:ext cx="5384800" cy="2187575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7600" y="3938588"/>
            <a:ext cx="5384800" cy="2187575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2AC53CD-A2F0-4746-AFA2-88787E7692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152.xml><?xml version="1.0" encoding="utf-8"?>
<p:sldLayout xmlns:a="http://schemas.openxmlformats.org/drawingml/2006/main" xmlns:r="http://schemas.openxmlformats.org/officeDocument/2006/relationships" xmlns:p="http://schemas.openxmlformats.org/presentationml/2006/main" type="tbl">
  <p:cSld name="标题和表格">
    <p:bg>
      <p:bgPr>
        <a:gradFill rotWithShape="0">
          <a:gsLst>
            <a:gs pos="0">
              <a:srgbClr val="F9F3EB">
                <a:alpha val="100000"/>
              </a:srgbClr>
            </a:gs>
            <a:gs pos="50000">
              <a:srgbClr val="F6EDE1">
                <a:alpha val="100000"/>
              </a:srgbClr>
            </a:gs>
            <a:gs pos="100000">
              <a:srgbClr val="F3E6D7">
                <a:alpha val="100000"/>
              </a:srgbClr>
            </a:gs>
          </a:gsLst>
          <a:lin ang="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27051" y="188913"/>
            <a:ext cx="10972800" cy="1143000"/>
          </a:xfr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表格占位符 2"/>
          <p:cNvSpPr>
            <a:spLocks noGrp="1"/>
          </p:cNvSpPr>
          <p:nvPr>
            <p:ph type="tbl" idx="1"/>
          </p:nvPr>
        </p:nvSpPr>
        <p:spPr>
          <a:xfrm>
            <a:off x="912284" y="1628775"/>
            <a:ext cx="10972800" cy="4525963"/>
          </a:xfrm>
        </p:spPr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FF00"/>
              </a:buClr>
              <a:buSzTx/>
              <a:buFont typeface="Wingdings" panose="05000000000000000000" pitchFamily="2" charset="2"/>
              <a:buChar char="Ø"/>
              <a:defRPr/>
            </a:pPr>
            <a:endParaRPr kumimoji="0" lang="zh-CN" altLang="en-US" sz="3200" b="1" i="0" u="none" strike="noStrike" kern="0" cap="none" spc="0" normalizeH="0" baseline="0" noProof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日期占位符 3"/>
          <p:cNvSpPr>
            <a:spLocks noGrp="1"/>
          </p:cNvSpPr>
          <p:nvPr>
            <p:ph type="dt" sz="half" idx="2"/>
          </p:nvPr>
        </p:nvSpPr>
        <p:spPr bwMode="auto">
          <a:xfrm>
            <a:off x="609600" y="6245225"/>
            <a:ext cx="28448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页脚占位符 4"/>
          <p:cNvSpPr>
            <a:spLocks noGrp="1"/>
          </p:cNvSpPr>
          <p:nvPr>
            <p:ph type="ftr" sz="quarter" idx="3"/>
          </p:nvPr>
        </p:nvSpPr>
        <p:spPr bwMode="auto">
          <a:xfrm>
            <a:off x="4165600" y="6245225"/>
            <a:ext cx="38608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4"/>
          </p:nvPr>
        </p:nvSpPr>
        <p:spPr bwMode="auto">
          <a:xfrm>
            <a:off x="8737600" y="6245225"/>
            <a:ext cx="28448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03AADBD5-742B-4BDC-9B30-5BE329864B08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 spd="slow">
    <p:wipe dir="d"/>
  </p:transition>
</p:sldLayout>
</file>

<file path=ppt/slideLayouts/slideLayout15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标题和内容">
    <p:bg>
      <p:bgPr>
        <a:gradFill rotWithShape="0">
          <a:gsLst>
            <a:gs pos="0">
              <a:srgbClr val="F9F3EB">
                <a:alpha val="100000"/>
              </a:srgbClr>
            </a:gs>
            <a:gs pos="50000">
              <a:srgbClr val="F6EDE1">
                <a:alpha val="100000"/>
              </a:srgbClr>
            </a:gs>
            <a:gs pos="100000">
              <a:srgbClr val="F3E6D7">
                <a:alpha val="100000"/>
              </a:srgbClr>
            </a:gs>
          </a:gsLst>
          <a:lin ang="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 bwMode="auto">
          <a:xfrm>
            <a:off x="0" y="6553199"/>
            <a:ext cx="12192000" cy="292101"/>
          </a:xfrm>
          <a:prstGeom prst="rect">
            <a:avLst/>
          </a:prstGeom>
          <a:gradFill>
            <a:gsLst>
              <a:gs pos="0">
                <a:srgbClr val="007BD3"/>
              </a:gs>
              <a:gs pos="100000">
                <a:srgbClr val="034373"/>
              </a:gs>
            </a:gsLst>
            <a:path path="circle">
              <a:fillToRect l="100000" t="100000"/>
            </a:path>
            <a:tileRect r="-100000" b="-100000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innerShdw blurRad="63500" dist="50800" dir="13500000">
              <a:prstClr val="black">
                <a:alpha val="50000"/>
              </a:prstClr>
            </a:innerShdw>
          </a:effectLst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Rectangle 5"/>
          <p:cNvSpPr txBox="1">
            <a:spLocks noChangeArrowheads="1"/>
          </p:cNvSpPr>
          <p:nvPr/>
        </p:nvSpPr>
        <p:spPr bwMode="auto">
          <a:xfrm>
            <a:off x="8331200" y="6561138"/>
            <a:ext cx="3860800" cy="304800"/>
          </a:xfrm>
          <a:prstGeom prst="rect">
            <a:avLst/>
          </a:prstGeom>
          <a:noFill/>
          <a:ln>
            <a:noFill/>
          </a:ln>
          <a:effectLst/>
        </p:spPr>
        <p:txBody>
          <a:bodyPr/>
          <a:lstStyle>
            <a:defPPr>
              <a:defRPr lang="zh-CN"/>
            </a:defPPr>
            <a:lvl1pPr algn="ctr" rtl="0" eaLnBrk="1" fontAlgn="base" hangingPunct="1">
              <a:spcBef>
                <a:spcPct val="0"/>
              </a:spcBef>
              <a:spcAft>
                <a:spcPct val="0"/>
              </a:spcAft>
              <a:defRPr sz="1400" b="0" kern="1200">
                <a:solidFill>
                  <a:schemeClr val="accent1">
                    <a:lumMod val="50000"/>
                  </a:schemeClr>
                </a:solidFill>
                <a:latin typeface="隶书" panose="02010509060101010101" pitchFamily="49" charset="-122"/>
                <a:ea typeface="隶书" panose="02010509060101010101" pitchFamily="49" charset="-122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1400" b="0" i="0" u="none" strike="noStrike" kern="1200" cap="none" spc="0" normalizeH="0" baseline="0" noProof="0" dirty="0" smtClean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隶书" panose="02010509060101010101" pitchFamily="49" charset="-122"/>
                <a:ea typeface="隶书" panose="02010509060101010101" pitchFamily="49" charset="-122"/>
                <a:cs typeface="+mn-cs"/>
              </a:rPr>
              <a:t>厦门大学 程恩 苏为</a:t>
            </a:r>
            <a:endParaRPr kumimoji="1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srgbClr val="FFC000"/>
              </a:solidFill>
              <a:effectLst/>
              <a:uLnTx/>
              <a:uFillTx/>
              <a:latin typeface="隶书" panose="02010509060101010101" pitchFamily="49" charset="-122"/>
              <a:ea typeface="隶书" panose="02010509060101010101" pitchFamily="49" charset="-122"/>
              <a:cs typeface="+mn-cs"/>
            </a:endParaRPr>
          </a:p>
        </p:txBody>
      </p:sp>
      <p:sp>
        <p:nvSpPr>
          <p:cNvPr id="10" name="Rectangle 5"/>
          <p:cNvSpPr txBox="1">
            <a:spLocks noChangeArrowheads="1"/>
          </p:cNvSpPr>
          <p:nvPr/>
        </p:nvSpPr>
        <p:spPr bwMode="auto">
          <a:xfrm>
            <a:off x="0" y="6535738"/>
            <a:ext cx="3860800" cy="304800"/>
          </a:xfrm>
          <a:prstGeom prst="rect">
            <a:avLst/>
          </a:prstGeom>
          <a:noFill/>
          <a:ln>
            <a:noFill/>
          </a:ln>
          <a:effectLst/>
        </p:spPr>
        <p:txBody>
          <a:bodyPr/>
          <a:lstStyle>
            <a:defPPr>
              <a:defRPr lang="zh-CN"/>
            </a:defPPr>
            <a:lvl1pPr algn="ctr" rtl="0" eaLnBrk="1" fontAlgn="base" hangingPunct="1">
              <a:spcBef>
                <a:spcPct val="0"/>
              </a:spcBef>
              <a:spcAft>
                <a:spcPct val="0"/>
              </a:spcAft>
              <a:defRPr sz="1400" b="0" kern="1200">
                <a:solidFill>
                  <a:schemeClr val="accent1">
                    <a:lumMod val="50000"/>
                  </a:schemeClr>
                </a:solidFill>
                <a:latin typeface="隶书" panose="02010509060101010101" pitchFamily="49" charset="-122"/>
                <a:ea typeface="隶书" panose="02010509060101010101" pitchFamily="49" charset="-122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1400" b="0" i="0" u="none" strike="noStrike" kern="1200" cap="none" spc="0" normalizeH="0" baseline="0" noProof="0" dirty="0" smtClean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隶书" panose="02010509060101010101" pitchFamily="49" charset="-122"/>
                <a:ea typeface="隶书" panose="02010509060101010101" pitchFamily="49" charset="-122"/>
                <a:cs typeface="+mn-cs"/>
              </a:rPr>
              <a:t>水声通信技术</a:t>
            </a:r>
            <a:endParaRPr kumimoji="1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srgbClr val="FFC000"/>
              </a:solidFill>
              <a:effectLst/>
              <a:uLnTx/>
              <a:uFillTx/>
              <a:latin typeface="隶书" panose="02010509060101010101" pitchFamily="49" charset="-122"/>
              <a:ea typeface="隶书" panose="02010509060101010101" pitchFamily="49" charset="-122"/>
              <a:cs typeface="+mn-cs"/>
            </a:endParaRPr>
          </a:p>
        </p:txBody>
      </p:sp>
      <p:sp>
        <p:nvSpPr>
          <p:cNvPr id="11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3860800" y="6553200"/>
            <a:ext cx="4775200" cy="304800"/>
          </a:xfrm>
          <a:prstGeom prst="rect">
            <a:avLst/>
          </a:prstGeom>
          <a:noFill/>
          <a:ln w="9525">
            <a:noFill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p>
            <a:pPr algn="ctr" fontAlgn="base">
              <a:buNone/>
            </a:pPr>
            <a:fld id="{9A0DB2DC-4C9A-4742-B13C-FB6460FD3503}" type="slidenum">
              <a:rPr lang="en-US" altLang="zh-CN" strike="noStrike" noProof="1" dirty="0">
                <a:solidFill>
                  <a:srgbClr val="FF0000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en-US" altLang="zh-CN" strike="noStrike" noProof="1" dirty="0">
              <a:solidFill>
                <a:srgbClr val="FF0000"/>
              </a:solidFill>
            </a:endParaRPr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402167" y="6245225"/>
            <a:ext cx="3052233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15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bg>
      <p:bgPr>
        <a:pattFill prst="openDmnd">
          <a:fgClr>
            <a:schemeClr val="accent1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6" name="Freeform 11"/>
          <p:cNvSpPr/>
          <p:nvPr userDrawn="1"/>
        </p:nvSpPr>
        <p:spPr>
          <a:xfrm rot="10800000">
            <a:off x="177800" y="-6350"/>
            <a:ext cx="12014200" cy="76200"/>
          </a:xfrm>
          <a:custGeom>
            <a:avLst/>
            <a:gdLst/>
            <a:ahLst/>
            <a:cxnLst>
              <a:cxn ang="0">
                <a:pos x="1149" y="0"/>
              </a:cxn>
              <a:cxn ang="0">
                <a:pos x="0" y="0"/>
              </a:cxn>
              <a:cxn ang="0">
                <a:pos x="0" y="785"/>
              </a:cxn>
              <a:cxn ang="0">
                <a:pos x="1149" y="785"/>
              </a:cxn>
              <a:cxn ang="0">
                <a:pos x="1273" y="392"/>
              </a:cxn>
              <a:cxn ang="0">
                <a:pos x="1149" y="0"/>
              </a:cxn>
            </a:cxnLst>
            <a:pathLst>
              <a:path w="1559" h="302">
                <a:moveTo>
                  <a:pt x="1408" y="0"/>
                </a:moveTo>
                <a:cubicBezTo>
                  <a:pt x="0" y="0"/>
                  <a:pt x="0" y="0"/>
                  <a:pt x="0" y="0"/>
                </a:cubicBezTo>
                <a:cubicBezTo>
                  <a:pt x="0" y="302"/>
                  <a:pt x="0" y="302"/>
                  <a:pt x="0" y="302"/>
                </a:cubicBezTo>
                <a:cubicBezTo>
                  <a:pt x="1408" y="302"/>
                  <a:pt x="1408" y="302"/>
                  <a:pt x="1408" y="302"/>
                </a:cubicBezTo>
                <a:cubicBezTo>
                  <a:pt x="1491" y="302"/>
                  <a:pt x="1559" y="234"/>
                  <a:pt x="1559" y="151"/>
                </a:cubicBezTo>
                <a:cubicBezTo>
                  <a:pt x="1559" y="67"/>
                  <a:pt x="1491" y="0"/>
                  <a:pt x="1408" y="0"/>
                </a:cubicBezTo>
                <a:close/>
              </a:path>
            </a:pathLst>
          </a:custGeom>
          <a:gradFill rotWithShape="1">
            <a:gsLst>
              <a:gs pos="0">
                <a:srgbClr val="23607C"/>
              </a:gs>
              <a:gs pos="100000">
                <a:srgbClr val="0C364F"/>
              </a:gs>
            </a:gsLst>
            <a:lin ang="0" scaled="1"/>
            <a:tileRect/>
          </a:gradFill>
          <a:ln w="9525">
            <a:noFill/>
          </a:ln>
        </p:spPr>
        <p:txBody>
          <a:bodyPr/>
          <a:p>
            <a:endParaRPr lang="zh-CN" altLang="en-US" sz="3200"/>
          </a:p>
        </p:txBody>
      </p:sp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914400" y="1336040"/>
            <a:ext cx="10363200" cy="1470025"/>
          </a:xfrm>
        </p:spPr>
        <p:txBody>
          <a:bodyPr/>
          <a:lstStyle>
            <a:lvl1pPr>
              <a:defRPr>
                <a:latin typeface="隶书" panose="02010509060101010101" pitchFamily="49" charset="-122"/>
                <a:ea typeface="隶书" panose="02010509060101010101" pitchFamily="49" charset="-122"/>
              </a:defRPr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828800" y="2967990"/>
            <a:ext cx="8534400" cy="1752600"/>
          </a:xfrm>
        </p:spPr>
        <p:txBody>
          <a:bodyPr/>
          <a:lstStyle>
            <a:lvl1pPr marL="0" indent="0" algn="ctr">
              <a:buNone/>
              <a:defRPr>
                <a:latin typeface="隶书" panose="02010509060101010101" pitchFamily="49" charset="-122"/>
                <a:ea typeface="隶书" panose="02010509060101010101" pitchFamily="49" charset="-122"/>
              </a:defRPr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pPr fontAlgn="base"/>
            <a:r>
              <a:rPr lang="zh-CN" altLang="en-US" strike="noStrike" noProof="1" smtClean="0"/>
              <a:t>单击此处编辑母版副标题样式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609600" y="6245225"/>
            <a:ext cx="28448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737600" y="6245225"/>
            <a:ext cx="28448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2AC53CD-A2F0-4746-AFA2-88787E7692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15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2AC53CD-A2F0-4746-AFA2-88787E7692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15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3084" y="4406900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2AC53CD-A2F0-4746-AFA2-88787E7692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15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9600" y="1600200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7600" y="1600200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2AC53CD-A2F0-4746-AFA2-88787E7692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15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3367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3367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2AC53CD-A2F0-4746-AFA2-88787E7692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15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2AC53CD-A2F0-4746-AFA2-88787E7692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16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2AC53CD-A2F0-4746-AFA2-88787E7692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16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6733" y="273050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600" y="1435100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2AC53CD-A2F0-4746-AFA2-88787E7692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16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vert="horz" wrap="square" lIns="91440" tIns="45720" rIns="91440" bIns="45720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FF00"/>
              </a:buClr>
              <a:buSzTx/>
              <a:buFont typeface="Wingdings" panose="05000000000000000000" pitchFamily="2" charset="2"/>
              <a:buNone/>
              <a:defRPr/>
            </a:pPr>
            <a:endParaRPr kumimoji="0" lang="zh-CN" altLang="en-US" sz="3200" b="1" i="0" u="none" strike="noStrike" kern="0" cap="none" spc="0" normalizeH="0" baseline="0" noProof="0" smtClean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2AC53CD-A2F0-4746-AFA2-88787E7692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16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2AC53CD-A2F0-4746-AFA2-88787E7692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16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839200" y="274638"/>
            <a:ext cx="2743200" cy="5851525"/>
          </a:xfrm>
        </p:spPr>
        <p:txBody>
          <a:bodyPr vert="eaVert"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00" y="274638"/>
            <a:ext cx="8026400" cy="5851525"/>
          </a:xfrm>
        </p:spPr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2AC53CD-A2F0-4746-AFA2-88787E7692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165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609600" y="1600200"/>
            <a:ext cx="5384800" cy="4525963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7600" y="1600200"/>
            <a:ext cx="5384800" cy="4525963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2AC53CD-A2F0-4746-AFA2-88787E7692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166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标题，一项大型内容和两项小型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9600" y="1600200"/>
            <a:ext cx="5384800" cy="4525963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6197600" y="1600200"/>
            <a:ext cx="5384800" cy="2185988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6197600" y="3938588"/>
            <a:ext cx="5384800" cy="2187575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6" name="日期占位符 5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页脚占位符 6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2AC53CD-A2F0-4746-AFA2-88787E7692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167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 preserve="1">
  <p:cSld name="标题，文本与两项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609600" y="1600200"/>
            <a:ext cx="5384800" cy="4525963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6197600" y="1600200"/>
            <a:ext cx="5384800" cy="2185988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6197600" y="3938588"/>
            <a:ext cx="5384800" cy="2187575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6" name="日期占位符 5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页脚占位符 6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2AC53CD-A2F0-4746-AFA2-88787E7692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168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标题和四项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sz="quarter"/>
          </p:nvPr>
        </p:nvSpPr>
        <p:spPr>
          <a:xfrm>
            <a:off x="609600" y="274638"/>
            <a:ext cx="10972800" cy="1143000"/>
          </a:xfr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sz="quarter" idx="1"/>
          </p:nvPr>
        </p:nvSpPr>
        <p:spPr>
          <a:xfrm>
            <a:off x="609600" y="1600200"/>
            <a:ext cx="5384800" cy="2185988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6197600" y="1600200"/>
            <a:ext cx="5384800" cy="2185988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609600" y="3938588"/>
            <a:ext cx="5384800" cy="2187575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7600" y="3938588"/>
            <a:ext cx="5384800" cy="2187575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2AC53CD-A2F0-4746-AFA2-88787E7692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169.xml><?xml version="1.0" encoding="utf-8"?>
<p:sldLayout xmlns:a="http://schemas.openxmlformats.org/drawingml/2006/main" xmlns:r="http://schemas.openxmlformats.org/officeDocument/2006/relationships" xmlns:p="http://schemas.openxmlformats.org/presentationml/2006/main" type="tbl">
  <p:cSld name="标题和表格">
    <p:bg>
      <p:bgPr>
        <a:gradFill rotWithShape="0">
          <a:gsLst>
            <a:gs pos="0">
              <a:srgbClr val="F9F3EB">
                <a:alpha val="100000"/>
              </a:srgbClr>
            </a:gs>
            <a:gs pos="50000">
              <a:srgbClr val="F6EDE1">
                <a:alpha val="100000"/>
              </a:srgbClr>
            </a:gs>
            <a:gs pos="100000">
              <a:srgbClr val="F3E6D7">
                <a:alpha val="100000"/>
              </a:srgbClr>
            </a:gs>
          </a:gsLst>
          <a:lin ang="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27051" y="188913"/>
            <a:ext cx="10972800" cy="1143000"/>
          </a:xfr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表格占位符 2"/>
          <p:cNvSpPr>
            <a:spLocks noGrp="1"/>
          </p:cNvSpPr>
          <p:nvPr>
            <p:ph type="tbl" idx="1"/>
          </p:nvPr>
        </p:nvSpPr>
        <p:spPr>
          <a:xfrm>
            <a:off x="912284" y="1628775"/>
            <a:ext cx="10972800" cy="4525963"/>
          </a:xfrm>
        </p:spPr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FF00"/>
              </a:buClr>
              <a:buSzTx/>
              <a:buFont typeface="Wingdings" panose="05000000000000000000" pitchFamily="2" charset="2"/>
              <a:buChar char="Ø"/>
              <a:defRPr/>
            </a:pPr>
            <a:endParaRPr kumimoji="0" lang="zh-CN" altLang="en-US" sz="3200" b="1" i="0" u="none" strike="noStrike" kern="0" cap="none" spc="0" normalizeH="0" baseline="0" noProof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日期占位符 3"/>
          <p:cNvSpPr>
            <a:spLocks noGrp="1"/>
          </p:cNvSpPr>
          <p:nvPr>
            <p:ph type="dt" sz="half" idx="2"/>
          </p:nvPr>
        </p:nvSpPr>
        <p:spPr bwMode="auto">
          <a:xfrm>
            <a:off x="609600" y="6245225"/>
            <a:ext cx="28448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页脚占位符 4"/>
          <p:cNvSpPr>
            <a:spLocks noGrp="1"/>
          </p:cNvSpPr>
          <p:nvPr>
            <p:ph type="ftr" sz="quarter" idx="3"/>
          </p:nvPr>
        </p:nvSpPr>
        <p:spPr bwMode="auto">
          <a:xfrm>
            <a:off x="4165600" y="6245225"/>
            <a:ext cx="38608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4"/>
          </p:nvPr>
        </p:nvSpPr>
        <p:spPr bwMode="auto">
          <a:xfrm>
            <a:off x="8737600" y="6245225"/>
            <a:ext cx="28448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03AADBD5-742B-4BDC-9B30-5BE329864B08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 spd="slow">
    <p:wipe dir="d"/>
  </p:transition>
</p:sldLayout>
</file>

<file path=ppt/slideLayouts/slideLayout17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标题和内容">
    <p:bg>
      <p:bgPr>
        <a:gradFill rotWithShape="0">
          <a:gsLst>
            <a:gs pos="0">
              <a:srgbClr val="F9F3EB">
                <a:alpha val="100000"/>
              </a:srgbClr>
            </a:gs>
            <a:gs pos="50000">
              <a:srgbClr val="F6EDE1">
                <a:alpha val="100000"/>
              </a:srgbClr>
            </a:gs>
            <a:gs pos="100000">
              <a:srgbClr val="F3E6D7">
                <a:alpha val="100000"/>
              </a:srgbClr>
            </a:gs>
          </a:gsLst>
          <a:lin ang="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 bwMode="auto">
          <a:xfrm>
            <a:off x="0" y="6553199"/>
            <a:ext cx="12192000" cy="292101"/>
          </a:xfrm>
          <a:prstGeom prst="rect">
            <a:avLst/>
          </a:prstGeom>
          <a:gradFill>
            <a:gsLst>
              <a:gs pos="0">
                <a:srgbClr val="007BD3"/>
              </a:gs>
              <a:gs pos="100000">
                <a:srgbClr val="034373"/>
              </a:gs>
            </a:gsLst>
            <a:path path="circle">
              <a:fillToRect l="100000" t="100000"/>
            </a:path>
            <a:tileRect r="-100000" b="-100000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innerShdw blurRad="63500" dist="50800" dir="13500000">
              <a:prstClr val="black">
                <a:alpha val="50000"/>
              </a:prstClr>
            </a:innerShdw>
          </a:effectLst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Rectangle 5"/>
          <p:cNvSpPr txBox="1">
            <a:spLocks noChangeArrowheads="1"/>
          </p:cNvSpPr>
          <p:nvPr/>
        </p:nvSpPr>
        <p:spPr bwMode="auto">
          <a:xfrm>
            <a:off x="8331200" y="6561138"/>
            <a:ext cx="3860800" cy="304800"/>
          </a:xfrm>
          <a:prstGeom prst="rect">
            <a:avLst/>
          </a:prstGeom>
          <a:noFill/>
          <a:ln>
            <a:noFill/>
          </a:ln>
          <a:effectLst/>
        </p:spPr>
        <p:txBody>
          <a:bodyPr/>
          <a:lstStyle>
            <a:defPPr>
              <a:defRPr lang="zh-CN"/>
            </a:defPPr>
            <a:lvl1pPr algn="ctr" rtl="0" eaLnBrk="1" fontAlgn="base" hangingPunct="1">
              <a:spcBef>
                <a:spcPct val="0"/>
              </a:spcBef>
              <a:spcAft>
                <a:spcPct val="0"/>
              </a:spcAft>
              <a:defRPr sz="1400" b="0" kern="1200">
                <a:solidFill>
                  <a:schemeClr val="accent1">
                    <a:lumMod val="50000"/>
                  </a:schemeClr>
                </a:solidFill>
                <a:latin typeface="隶书" panose="02010509060101010101" pitchFamily="49" charset="-122"/>
                <a:ea typeface="隶书" panose="02010509060101010101" pitchFamily="49" charset="-122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1400" b="0" i="0" u="none" strike="noStrike" kern="1200" cap="none" spc="0" normalizeH="0" baseline="0" noProof="0" dirty="0" smtClean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隶书" panose="02010509060101010101" pitchFamily="49" charset="-122"/>
                <a:ea typeface="隶书" panose="02010509060101010101" pitchFamily="49" charset="-122"/>
                <a:cs typeface="+mn-cs"/>
              </a:rPr>
              <a:t>厦门大学 程恩 苏为</a:t>
            </a:r>
            <a:endParaRPr kumimoji="1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srgbClr val="FFC000"/>
              </a:solidFill>
              <a:effectLst/>
              <a:uLnTx/>
              <a:uFillTx/>
              <a:latin typeface="隶书" panose="02010509060101010101" pitchFamily="49" charset="-122"/>
              <a:ea typeface="隶书" panose="02010509060101010101" pitchFamily="49" charset="-122"/>
              <a:cs typeface="+mn-cs"/>
            </a:endParaRPr>
          </a:p>
        </p:txBody>
      </p:sp>
      <p:sp>
        <p:nvSpPr>
          <p:cNvPr id="10" name="Rectangle 5"/>
          <p:cNvSpPr txBox="1">
            <a:spLocks noChangeArrowheads="1"/>
          </p:cNvSpPr>
          <p:nvPr/>
        </p:nvSpPr>
        <p:spPr bwMode="auto">
          <a:xfrm>
            <a:off x="0" y="6535738"/>
            <a:ext cx="3860800" cy="304800"/>
          </a:xfrm>
          <a:prstGeom prst="rect">
            <a:avLst/>
          </a:prstGeom>
          <a:noFill/>
          <a:ln>
            <a:noFill/>
          </a:ln>
          <a:effectLst/>
        </p:spPr>
        <p:txBody>
          <a:bodyPr/>
          <a:lstStyle>
            <a:defPPr>
              <a:defRPr lang="zh-CN"/>
            </a:defPPr>
            <a:lvl1pPr algn="ctr" rtl="0" eaLnBrk="1" fontAlgn="base" hangingPunct="1">
              <a:spcBef>
                <a:spcPct val="0"/>
              </a:spcBef>
              <a:spcAft>
                <a:spcPct val="0"/>
              </a:spcAft>
              <a:defRPr sz="1400" b="0" kern="1200">
                <a:solidFill>
                  <a:schemeClr val="accent1">
                    <a:lumMod val="50000"/>
                  </a:schemeClr>
                </a:solidFill>
                <a:latin typeface="隶书" panose="02010509060101010101" pitchFamily="49" charset="-122"/>
                <a:ea typeface="隶书" panose="02010509060101010101" pitchFamily="49" charset="-122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1400" b="0" i="0" u="none" strike="noStrike" kern="1200" cap="none" spc="0" normalizeH="0" baseline="0" noProof="0" dirty="0" smtClean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隶书" panose="02010509060101010101" pitchFamily="49" charset="-122"/>
                <a:ea typeface="隶书" panose="02010509060101010101" pitchFamily="49" charset="-122"/>
                <a:cs typeface="+mn-cs"/>
              </a:rPr>
              <a:t>水声通信技术</a:t>
            </a:r>
            <a:endParaRPr kumimoji="1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srgbClr val="FFC000"/>
              </a:solidFill>
              <a:effectLst/>
              <a:uLnTx/>
              <a:uFillTx/>
              <a:latin typeface="隶书" panose="02010509060101010101" pitchFamily="49" charset="-122"/>
              <a:ea typeface="隶书" panose="02010509060101010101" pitchFamily="49" charset="-122"/>
              <a:cs typeface="+mn-cs"/>
            </a:endParaRPr>
          </a:p>
        </p:txBody>
      </p:sp>
      <p:sp>
        <p:nvSpPr>
          <p:cNvPr id="11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3860800" y="6553200"/>
            <a:ext cx="4775200" cy="304800"/>
          </a:xfrm>
          <a:prstGeom prst="rect">
            <a:avLst/>
          </a:prstGeom>
          <a:noFill/>
          <a:ln w="9525">
            <a:noFill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p>
            <a:pPr algn="ctr" fontAlgn="base">
              <a:buNone/>
            </a:pPr>
            <a:fld id="{9A0DB2DC-4C9A-4742-B13C-FB6460FD3503}" type="slidenum">
              <a:rPr lang="en-US" altLang="zh-CN" strike="noStrike" noProof="1" dirty="0">
                <a:solidFill>
                  <a:srgbClr val="FF0000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en-US" altLang="zh-CN" strike="noStrike" noProof="1" dirty="0">
              <a:solidFill>
                <a:srgbClr val="FF0000"/>
              </a:solidFill>
            </a:endParaRPr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402167" y="6245225"/>
            <a:ext cx="3052233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17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bg>
      <p:bgPr>
        <a:pattFill prst="openDmnd">
          <a:fgClr>
            <a:schemeClr val="accent1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6" name="Freeform 11"/>
          <p:cNvSpPr/>
          <p:nvPr userDrawn="1"/>
        </p:nvSpPr>
        <p:spPr>
          <a:xfrm rot="10800000">
            <a:off x="177800" y="-6350"/>
            <a:ext cx="12014200" cy="76200"/>
          </a:xfrm>
          <a:custGeom>
            <a:avLst/>
            <a:gdLst/>
            <a:ahLst/>
            <a:cxnLst>
              <a:cxn ang="0">
                <a:pos x="1149" y="0"/>
              </a:cxn>
              <a:cxn ang="0">
                <a:pos x="0" y="0"/>
              </a:cxn>
              <a:cxn ang="0">
                <a:pos x="0" y="785"/>
              </a:cxn>
              <a:cxn ang="0">
                <a:pos x="1149" y="785"/>
              </a:cxn>
              <a:cxn ang="0">
                <a:pos x="1273" y="392"/>
              </a:cxn>
              <a:cxn ang="0">
                <a:pos x="1149" y="0"/>
              </a:cxn>
            </a:cxnLst>
            <a:pathLst>
              <a:path w="1559" h="302">
                <a:moveTo>
                  <a:pt x="1408" y="0"/>
                </a:moveTo>
                <a:cubicBezTo>
                  <a:pt x="0" y="0"/>
                  <a:pt x="0" y="0"/>
                  <a:pt x="0" y="0"/>
                </a:cubicBezTo>
                <a:cubicBezTo>
                  <a:pt x="0" y="302"/>
                  <a:pt x="0" y="302"/>
                  <a:pt x="0" y="302"/>
                </a:cubicBezTo>
                <a:cubicBezTo>
                  <a:pt x="1408" y="302"/>
                  <a:pt x="1408" y="302"/>
                  <a:pt x="1408" y="302"/>
                </a:cubicBezTo>
                <a:cubicBezTo>
                  <a:pt x="1491" y="302"/>
                  <a:pt x="1559" y="234"/>
                  <a:pt x="1559" y="151"/>
                </a:cubicBezTo>
                <a:cubicBezTo>
                  <a:pt x="1559" y="67"/>
                  <a:pt x="1491" y="0"/>
                  <a:pt x="1408" y="0"/>
                </a:cubicBezTo>
                <a:close/>
              </a:path>
            </a:pathLst>
          </a:custGeom>
          <a:gradFill rotWithShape="1">
            <a:gsLst>
              <a:gs pos="0">
                <a:srgbClr val="23607C"/>
              </a:gs>
              <a:gs pos="100000">
                <a:srgbClr val="0C364F"/>
              </a:gs>
            </a:gsLst>
            <a:lin ang="0" scaled="1"/>
            <a:tileRect/>
          </a:gradFill>
          <a:ln w="9525">
            <a:noFill/>
          </a:ln>
        </p:spPr>
        <p:txBody>
          <a:bodyPr/>
          <a:p>
            <a:endParaRPr lang="zh-CN" altLang="en-US" sz="3200"/>
          </a:p>
        </p:txBody>
      </p:sp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914400" y="1336040"/>
            <a:ext cx="10363200" cy="1470025"/>
          </a:xfrm>
        </p:spPr>
        <p:txBody>
          <a:bodyPr/>
          <a:lstStyle>
            <a:lvl1pPr>
              <a:defRPr>
                <a:latin typeface="隶书" panose="02010509060101010101" pitchFamily="49" charset="-122"/>
                <a:ea typeface="隶书" panose="02010509060101010101" pitchFamily="49" charset="-122"/>
              </a:defRPr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828800" y="2967990"/>
            <a:ext cx="8534400" cy="1752600"/>
          </a:xfrm>
        </p:spPr>
        <p:txBody>
          <a:bodyPr/>
          <a:lstStyle>
            <a:lvl1pPr marL="0" indent="0" algn="ctr">
              <a:buNone/>
              <a:defRPr>
                <a:latin typeface="隶书" panose="02010509060101010101" pitchFamily="49" charset="-122"/>
                <a:ea typeface="隶书" panose="02010509060101010101" pitchFamily="49" charset="-122"/>
              </a:defRPr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pPr fontAlgn="base"/>
            <a:r>
              <a:rPr lang="zh-CN" altLang="en-US" strike="noStrike" noProof="1" smtClean="0"/>
              <a:t>单击此处编辑母版副标题样式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609600" y="6245225"/>
            <a:ext cx="28448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737600" y="6245225"/>
            <a:ext cx="28448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2AC53CD-A2F0-4746-AFA2-88787E7692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17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2AC53CD-A2F0-4746-AFA2-88787E7692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17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3084" y="4406900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2AC53CD-A2F0-4746-AFA2-88787E7692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17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9600" y="1600200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7600" y="1600200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2AC53CD-A2F0-4746-AFA2-88787E7692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17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3367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3367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2AC53CD-A2F0-4746-AFA2-88787E7692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17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2AC53CD-A2F0-4746-AFA2-88787E7692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17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2AC53CD-A2F0-4746-AFA2-88787E7692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17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6733" y="273050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600" y="1435100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2AC53CD-A2F0-4746-AFA2-88787E7692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17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vert="horz" wrap="square" lIns="91440" tIns="45720" rIns="91440" bIns="45720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FF00"/>
              </a:buClr>
              <a:buSzTx/>
              <a:buFont typeface="Wingdings" panose="05000000000000000000" pitchFamily="2" charset="2"/>
              <a:buNone/>
              <a:defRPr/>
            </a:pPr>
            <a:endParaRPr kumimoji="0" lang="zh-CN" altLang="en-US" sz="3200" b="1" i="0" u="none" strike="noStrike" kern="0" cap="none" spc="0" normalizeH="0" baseline="0" noProof="0" smtClean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2AC53CD-A2F0-4746-AFA2-88787E7692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18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2AC53CD-A2F0-4746-AFA2-88787E7692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18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839200" y="274638"/>
            <a:ext cx="2743200" cy="5851525"/>
          </a:xfrm>
        </p:spPr>
        <p:txBody>
          <a:bodyPr vert="eaVert"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00" y="274638"/>
            <a:ext cx="8026400" cy="5851525"/>
          </a:xfrm>
        </p:spPr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2AC53CD-A2F0-4746-AFA2-88787E7692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18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609600" y="1600200"/>
            <a:ext cx="5384800" cy="4525963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7600" y="1600200"/>
            <a:ext cx="5384800" cy="4525963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2AC53CD-A2F0-4746-AFA2-88787E7692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183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标题，一项大型内容和两项小型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9600" y="1600200"/>
            <a:ext cx="5384800" cy="4525963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6197600" y="1600200"/>
            <a:ext cx="5384800" cy="2185988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6197600" y="3938588"/>
            <a:ext cx="5384800" cy="2187575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6" name="日期占位符 5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页脚占位符 6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2AC53CD-A2F0-4746-AFA2-88787E7692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184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 preserve="1">
  <p:cSld name="标题，文本与两项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609600" y="1600200"/>
            <a:ext cx="5384800" cy="4525963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6197600" y="1600200"/>
            <a:ext cx="5384800" cy="2185988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6197600" y="3938588"/>
            <a:ext cx="5384800" cy="2187575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6" name="日期占位符 5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页脚占位符 6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2AC53CD-A2F0-4746-AFA2-88787E7692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185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标题和四项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sz="quarter"/>
          </p:nvPr>
        </p:nvSpPr>
        <p:spPr>
          <a:xfrm>
            <a:off x="609600" y="274638"/>
            <a:ext cx="10972800" cy="1143000"/>
          </a:xfr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sz="quarter" idx="1"/>
          </p:nvPr>
        </p:nvSpPr>
        <p:spPr>
          <a:xfrm>
            <a:off x="609600" y="1600200"/>
            <a:ext cx="5384800" cy="2185988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6197600" y="1600200"/>
            <a:ext cx="5384800" cy="2185988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609600" y="3938588"/>
            <a:ext cx="5384800" cy="2187575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7600" y="3938588"/>
            <a:ext cx="5384800" cy="2187575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2AC53CD-A2F0-4746-AFA2-88787E7692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186.xml><?xml version="1.0" encoding="utf-8"?>
<p:sldLayout xmlns:a="http://schemas.openxmlformats.org/drawingml/2006/main" xmlns:r="http://schemas.openxmlformats.org/officeDocument/2006/relationships" xmlns:p="http://schemas.openxmlformats.org/presentationml/2006/main" type="tbl">
  <p:cSld name="标题和表格">
    <p:bg>
      <p:bgPr>
        <a:gradFill rotWithShape="0">
          <a:gsLst>
            <a:gs pos="0">
              <a:srgbClr val="F9F3EB">
                <a:alpha val="100000"/>
              </a:srgbClr>
            </a:gs>
            <a:gs pos="50000">
              <a:srgbClr val="F6EDE1">
                <a:alpha val="100000"/>
              </a:srgbClr>
            </a:gs>
            <a:gs pos="100000">
              <a:srgbClr val="F3E6D7">
                <a:alpha val="100000"/>
              </a:srgbClr>
            </a:gs>
          </a:gsLst>
          <a:lin ang="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27051" y="188913"/>
            <a:ext cx="10972800" cy="1143000"/>
          </a:xfr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表格占位符 2"/>
          <p:cNvSpPr>
            <a:spLocks noGrp="1"/>
          </p:cNvSpPr>
          <p:nvPr>
            <p:ph type="tbl" idx="1"/>
          </p:nvPr>
        </p:nvSpPr>
        <p:spPr>
          <a:xfrm>
            <a:off x="912284" y="1628775"/>
            <a:ext cx="10972800" cy="4525963"/>
          </a:xfrm>
        </p:spPr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FF00"/>
              </a:buClr>
              <a:buSzTx/>
              <a:buFont typeface="Wingdings" panose="05000000000000000000" pitchFamily="2" charset="2"/>
              <a:buChar char="Ø"/>
              <a:defRPr/>
            </a:pPr>
            <a:endParaRPr kumimoji="0" lang="zh-CN" altLang="en-US" sz="3200" b="1" i="0" u="none" strike="noStrike" kern="0" cap="none" spc="0" normalizeH="0" baseline="0" noProof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日期占位符 3"/>
          <p:cNvSpPr>
            <a:spLocks noGrp="1"/>
          </p:cNvSpPr>
          <p:nvPr>
            <p:ph type="dt" sz="half" idx="2"/>
          </p:nvPr>
        </p:nvSpPr>
        <p:spPr bwMode="auto">
          <a:xfrm>
            <a:off x="609600" y="6245225"/>
            <a:ext cx="28448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页脚占位符 4"/>
          <p:cNvSpPr>
            <a:spLocks noGrp="1"/>
          </p:cNvSpPr>
          <p:nvPr>
            <p:ph type="ftr" sz="quarter" idx="3"/>
          </p:nvPr>
        </p:nvSpPr>
        <p:spPr bwMode="auto">
          <a:xfrm>
            <a:off x="4165600" y="6245225"/>
            <a:ext cx="38608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4"/>
          </p:nvPr>
        </p:nvSpPr>
        <p:spPr bwMode="auto">
          <a:xfrm>
            <a:off x="8737600" y="6245225"/>
            <a:ext cx="28448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03AADBD5-742B-4BDC-9B30-5BE329864B08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 spd="slow">
    <p:wipe dir="d"/>
  </p:transition>
</p:sldLayout>
</file>

<file path=ppt/slideLayouts/slideLayout18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标题和内容">
    <p:bg>
      <p:bgPr>
        <a:gradFill rotWithShape="0">
          <a:gsLst>
            <a:gs pos="0">
              <a:srgbClr val="F9F3EB">
                <a:alpha val="100000"/>
              </a:srgbClr>
            </a:gs>
            <a:gs pos="50000">
              <a:srgbClr val="F6EDE1">
                <a:alpha val="100000"/>
              </a:srgbClr>
            </a:gs>
            <a:gs pos="100000">
              <a:srgbClr val="F3E6D7">
                <a:alpha val="100000"/>
              </a:srgbClr>
            </a:gs>
          </a:gsLst>
          <a:lin ang="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 bwMode="auto">
          <a:xfrm>
            <a:off x="0" y="6553199"/>
            <a:ext cx="12192000" cy="292101"/>
          </a:xfrm>
          <a:prstGeom prst="rect">
            <a:avLst/>
          </a:prstGeom>
          <a:gradFill>
            <a:gsLst>
              <a:gs pos="0">
                <a:srgbClr val="007BD3"/>
              </a:gs>
              <a:gs pos="100000">
                <a:srgbClr val="034373"/>
              </a:gs>
            </a:gsLst>
            <a:path path="circle">
              <a:fillToRect l="100000" t="100000"/>
            </a:path>
            <a:tileRect r="-100000" b="-100000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innerShdw blurRad="63500" dist="50800" dir="13500000">
              <a:prstClr val="black">
                <a:alpha val="50000"/>
              </a:prstClr>
            </a:innerShdw>
          </a:effectLst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Rectangle 5"/>
          <p:cNvSpPr txBox="1">
            <a:spLocks noChangeArrowheads="1"/>
          </p:cNvSpPr>
          <p:nvPr/>
        </p:nvSpPr>
        <p:spPr bwMode="auto">
          <a:xfrm>
            <a:off x="8331200" y="6561138"/>
            <a:ext cx="3860800" cy="304800"/>
          </a:xfrm>
          <a:prstGeom prst="rect">
            <a:avLst/>
          </a:prstGeom>
          <a:noFill/>
          <a:ln>
            <a:noFill/>
          </a:ln>
          <a:effectLst/>
        </p:spPr>
        <p:txBody>
          <a:bodyPr/>
          <a:lstStyle>
            <a:defPPr>
              <a:defRPr lang="zh-CN"/>
            </a:defPPr>
            <a:lvl1pPr algn="ctr" rtl="0" eaLnBrk="1" fontAlgn="base" hangingPunct="1">
              <a:spcBef>
                <a:spcPct val="0"/>
              </a:spcBef>
              <a:spcAft>
                <a:spcPct val="0"/>
              </a:spcAft>
              <a:defRPr sz="1400" b="0" kern="1200">
                <a:solidFill>
                  <a:schemeClr val="accent1">
                    <a:lumMod val="50000"/>
                  </a:schemeClr>
                </a:solidFill>
                <a:latin typeface="隶书" panose="02010509060101010101" pitchFamily="49" charset="-122"/>
                <a:ea typeface="隶书" panose="02010509060101010101" pitchFamily="49" charset="-122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1400" b="0" i="0" u="none" strike="noStrike" kern="1200" cap="none" spc="0" normalizeH="0" baseline="0" noProof="0" dirty="0" smtClean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隶书" panose="02010509060101010101" pitchFamily="49" charset="-122"/>
                <a:ea typeface="隶书" panose="02010509060101010101" pitchFamily="49" charset="-122"/>
                <a:cs typeface="+mn-cs"/>
              </a:rPr>
              <a:t>厦门大学 程恩 苏为</a:t>
            </a:r>
            <a:endParaRPr kumimoji="1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srgbClr val="FFC000"/>
              </a:solidFill>
              <a:effectLst/>
              <a:uLnTx/>
              <a:uFillTx/>
              <a:latin typeface="隶书" panose="02010509060101010101" pitchFamily="49" charset="-122"/>
              <a:ea typeface="隶书" panose="02010509060101010101" pitchFamily="49" charset="-122"/>
              <a:cs typeface="+mn-cs"/>
            </a:endParaRPr>
          </a:p>
        </p:txBody>
      </p:sp>
      <p:sp>
        <p:nvSpPr>
          <p:cNvPr id="10" name="Rectangle 5"/>
          <p:cNvSpPr txBox="1">
            <a:spLocks noChangeArrowheads="1"/>
          </p:cNvSpPr>
          <p:nvPr/>
        </p:nvSpPr>
        <p:spPr bwMode="auto">
          <a:xfrm>
            <a:off x="0" y="6535738"/>
            <a:ext cx="3860800" cy="304800"/>
          </a:xfrm>
          <a:prstGeom prst="rect">
            <a:avLst/>
          </a:prstGeom>
          <a:noFill/>
          <a:ln>
            <a:noFill/>
          </a:ln>
          <a:effectLst/>
        </p:spPr>
        <p:txBody>
          <a:bodyPr/>
          <a:lstStyle>
            <a:defPPr>
              <a:defRPr lang="zh-CN"/>
            </a:defPPr>
            <a:lvl1pPr algn="ctr" rtl="0" eaLnBrk="1" fontAlgn="base" hangingPunct="1">
              <a:spcBef>
                <a:spcPct val="0"/>
              </a:spcBef>
              <a:spcAft>
                <a:spcPct val="0"/>
              </a:spcAft>
              <a:defRPr sz="1400" b="0" kern="1200">
                <a:solidFill>
                  <a:schemeClr val="accent1">
                    <a:lumMod val="50000"/>
                  </a:schemeClr>
                </a:solidFill>
                <a:latin typeface="隶书" panose="02010509060101010101" pitchFamily="49" charset="-122"/>
                <a:ea typeface="隶书" panose="02010509060101010101" pitchFamily="49" charset="-122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1400" b="0" i="0" u="none" strike="noStrike" kern="1200" cap="none" spc="0" normalizeH="0" baseline="0" noProof="0" dirty="0" smtClean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隶书" panose="02010509060101010101" pitchFamily="49" charset="-122"/>
                <a:ea typeface="隶书" panose="02010509060101010101" pitchFamily="49" charset="-122"/>
                <a:cs typeface="+mn-cs"/>
              </a:rPr>
              <a:t>水声通信技术</a:t>
            </a:r>
            <a:endParaRPr kumimoji="1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srgbClr val="FFC000"/>
              </a:solidFill>
              <a:effectLst/>
              <a:uLnTx/>
              <a:uFillTx/>
              <a:latin typeface="隶书" panose="02010509060101010101" pitchFamily="49" charset="-122"/>
              <a:ea typeface="隶书" panose="02010509060101010101" pitchFamily="49" charset="-122"/>
              <a:cs typeface="+mn-cs"/>
            </a:endParaRPr>
          </a:p>
        </p:txBody>
      </p:sp>
      <p:sp>
        <p:nvSpPr>
          <p:cNvPr id="11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3860800" y="6553200"/>
            <a:ext cx="4775200" cy="304800"/>
          </a:xfrm>
          <a:prstGeom prst="rect">
            <a:avLst/>
          </a:prstGeom>
          <a:noFill/>
          <a:ln w="9525">
            <a:noFill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p>
            <a:pPr algn="ctr" fontAlgn="base">
              <a:buNone/>
            </a:pPr>
            <a:fld id="{9A0DB2DC-4C9A-4742-B13C-FB6460FD3503}" type="slidenum">
              <a:rPr lang="en-US" altLang="zh-CN" strike="noStrike" noProof="1" dirty="0">
                <a:solidFill>
                  <a:srgbClr val="FF0000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en-US" altLang="zh-CN" strike="noStrike" noProof="1" dirty="0">
              <a:solidFill>
                <a:srgbClr val="FF0000"/>
              </a:solidFill>
            </a:endParaRPr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402167" y="6245225"/>
            <a:ext cx="3052233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18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bg>
      <p:bgPr>
        <a:pattFill prst="openDmnd">
          <a:fgClr>
            <a:schemeClr val="accent1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6" name="Freeform 11"/>
          <p:cNvSpPr/>
          <p:nvPr userDrawn="1"/>
        </p:nvSpPr>
        <p:spPr>
          <a:xfrm rot="10800000">
            <a:off x="177800" y="-6350"/>
            <a:ext cx="12014200" cy="76200"/>
          </a:xfrm>
          <a:custGeom>
            <a:avLst/>
            <a:gdLst/>
            <a:ahLst/>
            <a:cxnLst>
              <a:cxn ang="0">
                <a:pos x="1149" y="0"/>
              </a:cxn>
              <a:cxn ang="0">
                <a:pos x="0" y="0"/>
              </a:cxn>
              <a:cxn ang="0">
                <a:pos x="0" y="785"/>
              </a:cxn>
              <a:cxn ang="0">
                <a:pos x="1149" y="785"/>
              </a:cxn>
              <a:cxn ang="0">
                <a:pos x="1273" y="392"/>
              </a:cxn>
              <a:cxn ang="0">
                <a:pos x="1149" y="0"/>
              </a:cxn>
            </a:cxnLst>
            <a:pathLst>
              <a:path w="1559" h="302">
                <a:moveTo>
                  <a:pt x="1408" y="0"/>
                </a:moveTo>
                <a:cubicBezTo>
                  <a:pt x="0" y="0"/>
                  <a:pt x="0" y="0"/>
                  <a:pt x="0" y="0"/>
                </a:cubicBezTo>
                <a:cubicBezTo>
                  <a:pt x="0" y="302"/>
                  <a:pt x="0" y="302"/>
                  <a:pt x="0" y="302"/>
                </a:cubicBezTo>
                <a:cubicBezTo>
                  <a:pt x="1408" y="302"/>
                  <a:pt x="1408" y="302"/>
                  <a:pt x="1408" y="302"/>
                </a:cubicBezTo>
                <a:cubicBezTo>
                  <a:pt x="1491" y="302"/>
                  <a:pt x="1559" y="234"/>
                  <a:pt x="1559" y="151"/>
                </a:cubicBezTo>
                <a:cubicBezTo>
                  <a:pt x="1559" y="67"/>
                  <a:pt x="1491" y="0"/>
                  <a:pt x="1408" y="0"/>
                </a:cubicBezTo>
                <a:close/>
              </a:path>
            </a:pathLst>
          </a:custGeom>
          <a:gradFill rotWithShape="1">
            <a:gsLst>
              <a:gs pos="0">
                <a:srgbClr val="23607C"/>
              </a:gs>
              <a:gs pos="100000">
                <a:srgbClr val="0C364F"/>
              </a:gs>
            </a:gsLst>
            <a:lin ang="0" scaled="1"/>
            <a:tileRect/>
          </a:gradFill>
          <a:ln w="9525">
            <a:noFill/>
          </a:ln>
        </p:spPr>
        <p:txBody>
          <a:bodyPr/>
          <a:p>
            <a:endParaRPr lang="zh-CN" altLang="en-US" sz="3200"/>
          </a:p>
        </p:txBody>
      </p:sp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914400" y="1336040"/>
            <a:ext cx="10363200" cy="1470025"/>
          </a:xfrm>
        </p:spPr>
        <p:txBody>
          <a:bodyPr/>
          <a:lstStyle>
            <a:lvl1pPr>
              <a:defRPr>
                <a:latin typeface="隶书" panose="02010509060101010101" pitchFamily="49" charset="-122"/>
                <a:ea typeface="隶书" panose="02010509060101010101" pitchFamily="49" charset="-122"/>
              </a:defRPr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828800" y="2967990"/>
            <a:ext cx="8534400" cy="1752600"/>
          </a:xfrm>
        </p:spPr>
        <p:txBody>
          <a:bodyPr/>
          <a:lstStyle>
            <a:lvl1pPr marL="0" indent="0" algn="ctr">
              <a:buNone/>
              <a:defRPr>
                <a:latin typeface="隶书" panose="02010509060101010101" pitchFamily="49" charset="-122"/>
                <a:ea typeface="隶书" panose="02010509060101010101" pitchFamily="49" charset="-122"/>
              </a:defRPr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pPr fontAlgn="base"/>
            <a:r>
              <a:rPr lang="zh-CN" altLang="en-US" strike="noStrike" noProof="1" smtClean="0"/>
              <a:t>单击此处编辑母版副标题样式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609600" y="6245225"/>
            <a:ext cx="28448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737600" y="6245225"/>
            <a:ext cx="28448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2AC53CD-A2F0-4746-AFA2-88787E7692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18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2AC53CD-A2F0-4746-AFA2-88787E7692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19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3084" y="4406900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2AC53CD-A2F0-4746-AFA2-88787E7692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19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9600" y="1600200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7600" y="1600200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2AC53CD-A2F0-4746-AFA2-88787E7692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19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3367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3367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2AC53CD-A2F0-4746-AFA2-88787E7692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19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2AC53CD-A2F0-4746-AFA2-88787E7692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19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2AC53CD-A2F0-4746-AFA2-88787E7692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19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6733" y="273050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600" y="1435100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2AC53CD-A2F0-4746-AFA2-88787E7692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19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vert="horz" wrap="square" lIns="91440" tIns="45720" rIns="91440" bIns="45720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FF00"/>
              </a:buClr>
              <a:buSzTx/>
              <a:buFont typeface="Wingdings" panose="05000000000000000000" pitchFamily="2" charset="2"/>
              <a:buNone/>
              <a:defRPr/>
            </a:pPr>
            <a:endParaRPr kumimoji="0" lang="zh-CN" altLang="en-US" sz="3200" b="1" i="0" u="none" strike="noStrike" kern="0" cap="none" spc="0" normalizeH="0" baseline="0" noProof="0" smtClean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2AC53CD-A2F0-4746-AFA2-88787E7692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19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2AC53CD-A2F0-4746-AFA2-88787E7692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19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839200" y="274638"/>
            <a:ext cx="2743200" cy="5851525"/>
          </a:xfrm>
        </p:spPr>
        <p:txBody>
          <a:bodyPr vert="eaVert"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00" y="274638"/>
            <a:ext cx="8026400" cy="5851525"/>
          </a:xfrm>
        </p:spPr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2AC53CD-A2F0-4746-AFA2-88787E7692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199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609600" y="1600200"/>
            <a:ext cx="5384800" cy="4525963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7600" y="1600200"/>
            <a:ext cx="5384800" cy="4525963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2AC53CD-A2F0-4746-AFA2-88787E7692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200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标题，一项大型内容和两项小型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9600" y="1600200"/>
            <a:ext cx="5384800" cy="4525963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6197600" y="1600200"/>
            <a:ext cx="5384800" cy="2185988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6197600" y="3938588"/>
            <a:ext cx="5384800" cy="2187575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6" name="日期占位符 5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页脚占位符 6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2AC53CD-A2F0-4746-AFA2-88787E7692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201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 preserve="1">
  <p:cSld name="标题，文本与两项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609600" y="1600200"/>
            <a:ext cx="5384800" cy="4525963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6197600" y="1600200"/>
            <a:ext cx="5384800" cy="2185988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6197600" y="3938588"/>
            <a:ext cx="5384800" cy="2187575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6" name="日期占位符 5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页脚占位符 6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2AC53CD-A2F0-4746-AFA2-88787E7692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202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标题和四项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sz="quarter"/>
          </p:nvPr>
        </p:nvSpPr>
        <p:spPr>
          <a:xfrm>
            <a:off x="609600" y="274638"/>
            <a:ext cx="10972800" cy="1143000"/>
          </a:xfr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sz="quarter" idx="1"/>
          </p:nvPr>
        </p:nvSpPr>
        <p:spPr>
          <a:xfrm>
            <a:off x="609600" y="1600200"/>
            <a:ext cx="5384800" cy="2185988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6197600" y="1600200"/>
            <a:ext cx="5384800" cy="2185988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609600" y="3938588"/>
            <a:ext cx="5384800" cy="2187575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7600" y="3938588"/>
            <a:ext cx="5384800" cy="2187575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2AC53CD-A2F0-4746-AFA2-88787E7692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203.xml><?xml version="1.0" encoding="utf-8"?>
<p:sldLayout xmlns:a="http://schemas.openxmlformats.org/drawingml/2006/main" xmlns:r="http://schemas.openxmlformats.org/officeDocument/2006/relationships" xmlns:p="http://schemas.openxmlformats.org/presentationml/2006/main" type="tbl">
  <p:cSld name="标题和表格">
    <p:bg>
      <p:bgPr>
        <a:gradFill rotWithShape="0">
          <a:gsLst>
            <a:gs pos="0">
              <a:srgbClr val="F9F3EB">
                <a:alpha val="100000"/>
              </a:srgbClr>
            </a:gs>
            <a:gs pos="50000">
              <a:srgbClr val="F6EDE1">
                <a:alpha val="100000"/>
              </a:srgbClr>
            </a:gs>
            <a:gs pos="100000">
              <a:srgbClr val="F3E6D7">
                <a:alpha val="100000"/>
              </a:srgbClr>
            </a:gs>
          </a:gsLst>
          <a:lin ang="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27051" y="188913"/>
            <a:ext cx="10972800" cy="1143000"/>
          </a:xfr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表格占位符 2"/>
          <p:cNvSpPr>
            <a:spLocks noGrp="1"/>
          </p:cNvSpPr>
          <p:nvPr>
            <p:ph type="tbl" idx="1"/>
          </p:nvPr>
        </p:nvSpPr>
        <p:spPr>
          <a:xfrm>
            <a:off x="912284" y="1628775"/>
            <a:ext cx="10972800" cy="4525963"/>
          </a:xfrm>
        </p:spPr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FF00"/>
              </a:buClr>
              <a:buSzTx/>
              <a:buFont typeface="Wingdings" panose="05000000000000000000" pitchFamily="2" charset="2"/>
              <a:buChar char="Ø"/>
              <a:defRPr/>
            </a:pPr>
            <a:endParaRPr kumimoji="0" lang="zh-CN" altLang="en-US" sz="3200" b="1" i="0" u="none" strike="noStrike" kern="0" cap="none" spc="0" normalizeH="0" baseline="0" noProof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日期占位符 3"/>
          <p:cNvSpPr>
            <a:spLocks noGrp="1"/>
          </p:cNvSpPr>
          <p:nvPr>
            <p:ph type="dt" sz="half" idx="2"/>
          </p:nvPr>
        </p:nvSpPr>
        <p:spPr bwMode="auto">
          <a:xfrm>
            <a:off x="609600" y="6245225"/>
            <a:ext cx="28448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页脚占位符 4"/>
          <p:cNvSpPr>
            <a:spLocks noGrp="1"/>
          </p:cNvSpPr>
          <p:nvPr>
            <p:ph type="ftr" sz="quarter" idx="3"/>
          </p:nvPr>
        </p:nvSpPr>
        <p:spPr bwMode="auto">
          <a:xfrm>
            <a:off x="4165600" y="6245225"/>
            <a:ext cx="38608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4"/>
          </p:nvPr>
        </p:nvSpPr>
        <p:spPr bwMode="auto">
          <a:xfrm>
            <a:off x="8737600" y="6245225"/>
            <a:ext cx="28448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03AADBD5-742B-4BDC-9B30-5BE329864B08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 spd="slow">
    <p:wipe dir="d"/>
  </p:transition>
</p:sldLayout>
</file>

<file path=ppt/slideLayouts/slideLayout20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标题和内容">
    <p:bg>
      <p:bgPr>
        <a:gradFill rotWithShape="0">
          <a:gsLst>
            <a:gs pos="0">
              <a:srgbClr val="F9F3EB">
                <a:alpha val="100000"/>
              </a:srgbClr>
            </a:gs>
            <a:gs pos="50000">
              <a:srgbClr val="F6EDE1">
                <a:alpha val="100000"/>
              </a:srgbClr>
            </a:gs>
            <a:gs pos="100000">
              <a:srgbClr val="F3E6D7">
                <a:alpha val="100000"/>
              </a:srgbClr>
            </a:gs>
          </a:gsLst>
          <a:lin ang="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 bwMode="auto">
          <a:xfrm>
            <a:off x="0" y="6553199"/>
            <a:ext cx="12192000" cy="292101"/>
          </a:xfrm>
          <a:prstGeom prst="rect">
            <a:avLst/>
          </a:prstGeom>
          <a:gradFill>
            <a:gsLst>
              <a:gs pos="0">
                <a:srgbClr val="007BD3"/>
              </a:gs>
              <a:gs pos="100000">
                <a:srgbClr val="034373"/>
              </a:gs>
            </a:gsLst>
            <a:path path="circle">
              <a:fillToRect l="100000" t="100000"/>
            </a:path>
            <a:tileRect r="-100000" b="-100000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innerShdw blurRad="63500" dist="50800" dir="13500000">
              <a:prstClr val="black">
                <a:alpha val="50000"/>
              </a:prstClr>
            </a:innerShdw>
          </a:effectLst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Rectangle 5"/>
          <p:cNvSpPr txBox="1">
            <a:spLocks noChangeArrowheads="1"/>
          </p:cNvSpPr>
          <p:nvPr/>
        </p:nvSpPr>
        <p:spPr bwMode="auto">
          <a:xfrm>
            <a:off x="8331200" y="6561138"/>
            <a:ext cx="3860800" cy="304800"/>
          </a:xfrm>
          <a:prstGeom prst="rect">
            <a:avLst/>
          </a:prstGeom>
          <a:noFill/>
          <a:ln>
            <a:noFill/>
          </a:ln>
          <a:effectLst/>
        </p:spPr>
        <p:txBody>
          <a:bodyPr/>
          <a:lstStyle>
            <a:defPPr>
              <a:defRPr lang="zh-CN"/>
            </a:defPPr>
            <a:lvl1pPr algn="ctr" rtl="0" eaLnBrk="1" fontAlgn="base" hangingPunct="1">
              <a:spcBef>
                <a:spcPct val="0"/>
              </a:spcBef>
              <a:spcAft>
                <a:spcPct val="0"/>
              </a:spcAft>
              <a:defRPr sz="1400" b="0" kern="1200">
                <a:solidFill>
                  <a:schemeClr val="accent1">
                    <a:lumMod val="50000"/>
                  </a:schemeClr>
                </a:solidFill>
                <a:latin typeface="隶书" panose="02010509060101010101" pitchFamily="49" charset="-122"/>
                <a:ea typeface="隶书" panose="02010509060101010101" pitchFamily="49" charset="-122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1400" b="0" i="0" u="none" strike="noStrike" kern="1200" cap="none" spc="0" normalizeH="0" baseline="0" noProof="0" dirty="0" smtClean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隶书" panose="02010509060101010101" pitchFamily="49" charset="-122"/>
                <a:ea typeface="隶书" panose="02010509060101010101" pitchFamily="49" charset="-122"/>
                <a:cs typeface="+mn-cs"/>
              </a:rPr>
              <a:t>厦门大学 程恩 苏为</a:t>
            </a:r>
            <a:endParaRPr kumimoji="1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srgbClr val="FFC000"/>
              </a:solidFill>
              <a:effectLst/>
              <a:uLnTx/>
              <a:uFillTx/>
              <a:latin typeface="隶书" panose="02010509060101010101" pitchFamily="49" charset="-122"/>
              <a:ea typeface="隶书" panose="02010509060101010101" pitchFamily="49" charset="-122"/>
              <a:cs typeface="+mn-cs"/>
            </a:endParaRPr>
          </a:p>
        </p:txBody>
      </p:sp>
      <p:sp>
        <p:nvSpPr>
          <p:cNvPr id="10" name="Rectangle 5"/>
          <p:cNvSpPr txBox="1">
            <a:spLocks noChangeArrowheads="1"/>
          </p:cNvSpPr>
          <p:nvPr/>
        </p:nvSpPr>
        <p:spPr bwMode="auto">
          <a:xfrm>
            <a:off x="0" y="6535738"/>
            <a:ext cx="3860800" cy="304800"/>
          </a:xfrm>
          <a:prstGeom prst="rect">
            <a:avLst/>
          </a:prstGeom>
          <a:noFill/>
          <a:ln>
            <a:noFill/>
          </a:ln>
          <a:effectLst/>
        </p:spPr>
        <p:txBody>
          <a:bodyPr/>
          <a:lstStyle>
            <a:defPPr>
              <a:defRPr lang="zh-CN"/>
            </a:defPPr>
            <a:lvl1pPr algn="ctr" rtl="0" eaLnBrk="1" fontAlgn="base" hangingPunct="1">
              <a:spcBef>
                <a:spcPct val="0"/>
              </a:spcBef>
              <a:spcAft>
                <a:spcPct val="0"/>
              </a:spcAft>
              <a:defRPr sz="1400" b="0" kern="1200">
                <a:solidFill>
                  <a:schemeClr val="accent1">
                    <a:lumMod val="50000"/>
                  </a:schemeClr>
                </a:solidFill>
                <a:latin typeface="隶书" panose="02010509060101010101" pitchFamily="49" charset="-122"/>
                <a:ea typeface="隶书" panose="02010509060101010101" pitchFamily="49" charset="-122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1400" b="0" i="0" u="none" strike="noStrike" kern="1200" cap="none" spc="0" normalizeH="0" baseline="0" noProof="0" dirty="0" smtClean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隶书" panose="02010509060101010101" pitchFamily="49" charset="-122"/>
                <a:ea typeface="隶书" panose="02010509060101010101" pitchFamily="49" charset="-122"/>
                <a:cs typeface="+mn-cs"/>
              </a:rPr>
              <a:t>水声通信技术</a:t>
            </a:r>
            <a:endParaRPr kumimoji="1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srgbClr val="FFC000"/>
              </a:solidFill>
              <a:effectLst/>
              <a:uLnTx/>
              <a:uFillTx/>
              <a:latin typeface="隶书" panose="02010509060101010101" pitchFamily="49" charset="-122"/>
              <a:ea typeface="隶书" panose="02010509060101010101" pitchFamily="49" charset="-122"/>
              <a:cs typeface="+mn-cs"/>
            </a:endParaRPr>
          </a:p>
        </p:txBody>
      </p:sp>
      <p:sp>
        <p:nvSpPr>
          <p:cNvPr id="11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3860800" y="6553200"/>
            <a:ext cx="4775200" cy="304800"/>
          </a:xfrm>
          <a:prstGeom prst="rect">
            <a:avLst/>
          </a:prstGeom>
          <a:noFill/>
          <a:ln w="9525">
            <a:noFill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p>
            <a:pPr algn="ctr" fontAlgn="base">
              <a:buNone/>
            </a:pPr>
            <a:fld id="{9A0DB2DC-4C9A-4742-B13C-FB6460FD3503}" type="slidenum">
              <a:rPr lang="en-US" altLang="zh-CN" strike="noStrike" noProof="1" dirty="0">
                <a:solidFill>
                  <a:srgbClr val="FF0000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en-US" altLang="zh-CN" strike="noStrike" noProof="1" dirty="0">
              <a:solidFill>
                <a:srgbClr val="FF0000"/>
              </a:solidFill>
            </a:endParaRPr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402167" y="6245225"/>
            <a:ext cx="3052233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0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9" Type="http://schemas.openxmlformats.org/officeDocument/2006/relationships/image" Target="../media/image2.png"/><Relationship Id="rId18" Type="http://schemas.openxmlformats.org/officeDocument/2006/relationships/image" Target="../media/image1.jpeg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6.xml"/><Relationship Id="rId8" Type="http://schemas.openxmlformats.org/officeDocument/2006/relationships/slideLayout" Target="../slideLayouts/slideLayout25.xml"/><Relationship Id="rId7" Type="http://schemas.openxmlformats.org/officeDocument/2006/relationships/slideLayout" Target="../slideLayouts/slideLayout24.xml"/><Relationship Id="rId6" Type="http://schemas.openxmlformats.org/officeDocument/2006/relationships/slideLayout" Target="../slideLayouts/slideLayout23.xml"/><Relationship Id="rId5" Type="http://schemas.openxmlformats.org/officeDocument/2006/relationships/slideLayout" Target="../slideLayouts/slideLayout22.xml"/><Relationship Id="rId4" Type="http://schemas.openxmlformats.org/officeDocument/2006/relationships/slideLayout" Target="../slideLayouts/slideLayout21.xml"/><Relationship Id="rId3" Type="http://schemas.openxmlformats.org/officeDocument/2006/relationships/slideLayout" Target="../slideLayouts/slideLayout20.xml"/><Relationship Id="rId20" Type="http://schemas.openxmlformats.org/officeDocument/2006/relationships/theme" Target="../theme/theme2.xml"/><Relationship Id="rId2" Type="http://schemas.openxmlformats.org/officeDocument/2006/relationships/slideLayout" Target="../slideLayouts/slideLayout19.xml"/><Relationship Id="rId19" Type="http://schemas.openxmlformats.org/officeDocument/2006/relationships/image" Target="../media/image2.png"/><Relationship Id="rId18" Type="http://schemas.openxmlformats.org/officeDocument/2006/relationships/image" Target="../media/image1.jpeg"/><Relationship Id="rId17" Type="http://schemas.openxmlformats.org/officeDocument/2006/relationships/slideLayout" Target="../slideLayouts/slideLayout34.xml"/><Relationship Id="rId16" Type="http://schemas.openxmlformats.org/officeDocument/2006/relationships/slideLayout" Target="../slideLayouts/slideLayout33.xml"/><Relationship Id="rId15" Type="http://schemas.openxmlformats.org/officeDocument/2006/relationships/slideLayout" Target="../slideLayouts/slideLayout32.xml"/><Relationship Id="rId14" Type="http://schemas.openxmlformats.org/officeDocument/2006/relationships/slideLayout" Target="../slideLayouts/slideLayout31.xml"/><Relationship Id="rId13" Type="http://schemas.openxmlformats.org/officeDocument/2006/relationships/slideLayout" Target="../slideLayouts/slideLayout30.xml"/><Relationship Id="rId12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27.xml"/><Relationship Id="rId1" Type="http://schemas.openxmlformats.org/officeDocument/2006/relationships/slideLayout" Target="../slideLayouts/slideLayout18.xml"/></Relationships>
</file>

<file path=ppt/slideMasters/_rels/slideMaster3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43.xml"/><Relationship Id="rId8" Type="http://schemas.openxmlformats.org/officeDocument/2006/relationships/slideLayout" Target="../slideLayouts/slideLayout42.xml"/><Relationship Id="rId7" Type="http://schemas.openxmlformats.org/officeDocument/2006/relationships/slideLayout" Target="../slideLayouts/slideLayout41.xml"/><Relationship Id="rId6" Type="http://schemas.openxmlformats.org/officeDocument/2006/relationships/slideLayout" Target="../slideLayouts/slideLayout40.xml"/><Relationship Id="rId5" Type="http://schemas.openxmlformats.org/officeDocument/2006/relationships/slideLayout" Target="../slideLayouts/slideLayout39.xml"/><Relationship Id="rId4" Type="http://schemas.openxmlformats.org/officeDocument/2006/relationships/slideLayout" Target="../slideLayouts/slideLayout38.xml"/><Relationship Id="rId3" Type="http://schemas.openxmlformats.org/officeDocument/2006/relationships/slideLayout" Target="../slideLayouts/slideLayout37.xml"/><Relationship Id="rId20" Type="http://schemas.openxmlformats.org/officeDocument/2006/relationships/theme" Target="../theme/theme3.xml"/><Relationship Id="rId2" Type="http://schemas.openxmlformats.org/officeDocument/2006/relationships/slideLayout" Target="../slideLayouts/slideLayout36.xml"/><Relationship Id="rId19" Type="http://schemas.openxmlformats.org/officeDocument/2006/relationships/image" Target="../media/image2.png"/><Relationship Id="rId18" Type="http://schemas.openxmlformats.org/officeDocument/2006/relationships/image" Target="../media/image1.jpeg"/><Relationship Id="rId17" Type="http://schemas.openxmlformats.org/officeDocument/2006/relationships/slideLayout" Target="../slideLayouts/slideLayout51.xml"/><Relationship Id="rId16" Type="http://schemas.openxmlformats.org/officeDocument/2006/relationships/slideLayout" Target="../slideLayouts/slideLayout50.xml"/><Relationship Id="rId15" Type="http://schemas.openxmlformats.org/officeDocument/2006/relationships/slideLayout" Target="../slideLayouts/slideLayout49.xml"/><Relationship Id="rId14" Type="http://schemas.openxmlformats.org/officeDocument/2006/relationships/slideLayout" Target="../slideLayouts/slideLayout48.xml"/><Relationship Id="rId13" Type="http://schemas.openxmlformats.org/officeDocument/2006/relationships/slideLayout" Target="../slideLayouts/slideLayout47.xml"/><Relationship Id="rId12" Type="http://schemas.openxmlformats.org/officeDocument/2006/relationships/slideLayout" Target="../slideLayouts/slideLayout46.xml"/><Relationship Id="rId11" Type="http://schemas.openxmlformats.org/officeDocument/2006/relationships/slideLayout" Target="../slideLayouts/slideLayout45.xml"/><Relationship Id="rId10" Type="http://schemas.openxmlformats.org/officeDocument/2006/relationships/slideLayout" Target="../slideLayouts/slideLayout44.xml"/><Relationship Id="rId1" Type="http://schemas.openxmlformats.org/officeDocument/2006/relationships/slideLayout" Target="../slideLayouts/slideLayout35.xml"/></Relationships>
</file>

<file path=ppt/slideMasters/_rels/slideMaster4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60.xml"/><Relationship Id="rId8" Type="http://schemas.openxmlformats.org/officeDocument/2006/relationships/slideLayout" Target="../slideLayouts/slideLayout59.xml"/><Relationship Id="rId7" Type="http://schemas.openxmlformats.org/officeDocument/2006/relationships/slideLayout" Target="../slideLayouts/slideLayout58.xml"/><Relationship Id="rId6" Type="http://schemas.openxmlformats.org/officeDocument/2006/relationships/slideLayout" Target="../slideLayouts/slideLayout57.xml"/><Relationship Id="rId5" Type="http://schemas.openxmlformats.org/officeDocument/2006/relationships/slideLayout" Target="../slideLayouts/slideLayout56.xml"/><Relationship Id="rId4" Type="http://schemas.openxmlformats.org/officeDocument/2006/relationships/slideLayout" Target="../slideLayouts/slideLayout55.xml"/><Relationship Id="rId3" Type="http://schemas.openxmlformats.org/officeDocument/2006/relationships/slideLayout" Target="../slideLayouts/slideLayout54.xml"/><Relationship Id="rId20" Type="http://schemas.openxmlformats.org/officeDocument/2006/relationships/theme" Target="../theme/theme4.xml"/><Relationship Id="rId2" Type="http://schemas.openxmlformats.org/officeDocument/2006/relationships/slideLayout" Target="../slideLayouts/slideLayout53.xml"/><Relationship Id="rId19" Type="http://schemas.openxmlformats.org/officeDocument/2006/relationships/image" Target="../media/image2.png"/><Relationship Id="rId18" Type="http://schemas.openxmlformats.org/officeDocument/2006/relationships/image" Target="../media/image1.jpeg"/><Relationship Id="rId17" Type="http://schemas.openxmlformats.org/officeDocument/2006/relationships/slideLayout" Target="../slideLayouts/slideLayout68.xml"/><Relationship Id="rId16" Type="http://schemas.openxmlformats.org/officeDocument/2006/relationships/slideLayout" Target="../slideLayouts/slideLayout67.xml"/><Relationship Id="rId15" Type="http://schemas.openxmlformats.org/officeDocument/2006/relationships/slideLayout" Target="../slideLayouts/slideLayout66.xml"/><Relationship Id="rId14" Type="http://schemas.openxmlformats.org/officeDocument/2006/relationships/slideLayout" Target="../slideLayouts/slideLayout65.xml"/><Relationship Id="rId13" Type="http://schemas.openxmlformats.org/officeDocument/2006/relationships/slideLayout" Target="../slideLayouts/slideLayout64.xml"/><Relationship Id="rId12" Type="http://schemas.openxmlformats.org/officeDocument/2006/relationships/slideLayout" Target="../slideLayouts/slideLayout63.xml"/><Relationship Id="rId11" Type="http://schemas.openxmlformats.org/officeDocument/2006/relationships/slideLayout" Target="../slideLayouts/slideLayout62.xml"/><Relationship Id="rId10" Type="http://schemas.openxmlformats.org/officeDocument/2006/relationships/slideLayout" Target="../slideLayouts/slideLayout61.xml"/><Relationship Id="rId1" Type="http://schemas.openxmlformats.org/officeDocument/2006/relationships/slideLayout" Target="../slideLayouts/slideLayout52.xml"/></Relationships>
</file>

<file path=ppt/slideMasters/_rels/slideMaster5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77.xml"/><Relationship Id="rId8" Type="http://schemas.openxmlformats.org/officeDocument/2006/relationships/slideLayout" Target="../slideLayouts/slideLayout76.xml"/><Relationship Id="rId7" Type="http://schemas.openxmlformats.org/officeDocument/2006/relationships/slideLayout" Target="../slideLayouts/slideLayout75.xml"/><Relationship Id="rId6" Type="http://schemas.openxmlformats.org/officeDocument/2006/relationships/slideLayout" Target="../slideLayouts/slideLayout74.xml"/><Relationship Id="rId5" Type="http://schemas.openxmlformats.org/officeDocument/2006/relationships/slideLayout" Target="../slideLayouts/slideLayout73.xml"/><Relationship Id="rId4" Type="http://schemas.openxmlformats.org/officeDocument/2006/relationships/slideLayout" Target="../slideLayouts/slideLayout72.xml"/><Relationship Id="rId3" Type="http://schemas.openxmlformats.org/officeDocument/2006/relationships/slideLayout" Target="../slideLayouts/slideLayout71.xml"/><Relationship Id="rId20" Type="http://schemas.openxmlformats.org/officeDocument/2006/relationships/theme" Target="../theme/theme5.xml"/><Relationship Id="rId2" Type="http://schemas.openxmlformats.org/officeDocument/2006/relationships/slideLayout" Target="../slideLayouts/slideLayout70.xml"/><Relationship Id="rId19" Type="http://schemas.openxmlformats.org/officeDocument/2006/relationships/image" Target="../media/image2.png"/><Relationship Id="rId18" Type="http://schemas.openxmlformats.org/officeDocument/2006/relationships/image" Target="../media/image1.jpeg"/><Relationship Id="rId17" Type="http://schemas.openxmlformats.org/officeDocument/2006/relationships/slideLayout" Target="../slideLayouts/slideLayout85.xml"/><Relationship Id="rId16" Type="http://schemas.openxmlformats.org/officeDocument/2006/relationships/slideLayout" Target="../slideLayouts/slideLayout84.xml"/><Relationship Id="rId15" Type="http://schemas.openxmlformats.org/officeDocument/2006/relationships/slideLayout" Target="../slideLayouts/slideLayout83.xml"/><Relationship Id="rId14" Type="http://schemas.openxmlformats.org/officeDocument/2006/relationships/slideLayout" Target="../slideLayouts/slideLayout82.xml"/><Relationship Id="rId13" Type="http://schemas.openxmlformats.org/officeDocument/2006/relationships/slideLayout" Target="../slideLayouts/slideLayout81.xml"/><Relationship Id="rId12" Type="http://schemas.openxmlformats.org/officeDocument/2006/relationships/slideLayout" Target="../slideLayouts/slideLayout80.xml"/><Relationship Id="rId11" Type="http://schemas.openxmlformats.org/officeDocument/2006/relationships/slideLayout" Target="../slideLayouts/slideLayout79.xml"/><Relationship Id="rId10" Type="http://schemas.openxmlformats.org/officeDocument/2006/relationships/slideLayout" Target="../slideLayouts/slideLayout78.xml"/><Relationship Id="rId1" Type="http://schemas.openxmlformats.org/officeDocument/2006/relationships/slideLayout" Target="../slideLayouts/slideLayout69.xml"/></Relationships>
</file>

<file path=ppt/slideMasters/_rels/slideMaster6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4.xml"/><Relationship Id="rId8" Type="http://schemas.openxmlformats.org/officeDocument/2006/relationships/slideLayout" Target="../slideLayouts/slideLayout93.xml"/><Relationship Id="rId7" Type="http://schemas.openxmlformats.org/officeDocument/2006/relationships/slideLayout" Target="../slideLayouts/slideLayout92.xml"/><Relationship Id="rId6" Type="http://schemas.openxmlformats.org/officeDocument/2006/relationships/slideLayout" Target="../slideLayouts/slideLayout91.xml"/><Relationship Id="rId5" Type="http://schemas.openxmlformats.org/officeDocument/2006/relationships/slideLayout" Target="../slideLayouts/slideLayout90.xml"/><Relationship Id="rId4" Type="http://schemas.openxmlformats.org/officeDocument/2006/relationships/slideLayout" Target="../slideLayouts/slideLayout89.xml"/><Relationship Id="rId3" Type="http://schemas.openxmlformats.org/officeDocument/2006/relationships/slideLayout" Target="../slideLayouts/slideLayout88.xml"/><Relationship Id="rId20" Type="http://schemas.openxmlformats.org/officeDocument/2006/relationships/theme" Target="../theme/theme6.xml"/><Relationship Id="rId2" Type="http://schemas.openxmlformats.org/officeDocument/2006/relationships/slideLayout" Target="../slideLayouts/slideLayout87.xml"/><Relationship Id="rId19" Type="http://schemas.openxmlformats.org/officeDocument/2006/relationships/image" Target="../media/image2.png"/><Relationship Id="rId18" Type="http://schemas.openxmlformats.org/officeDocument/2006/relationships/image" Target="../media/image1.jpeg"/><Relationship Id="rId17" Type="http://schemas.openxmlformats.org/officeDocument/2006/relationships/slideLayout" Target="../slideLayouts/slideLayout102.xml"/><Relationship Id="rId16" Type="http://schemas.openxmlformats.org/officeDocument/2006/relationships/slideLayout" Target="../slideLayouts/slideLayout101.xml"/><Relationship Id="rId15" Type="http://schemas.openxmlformats.org/officeDocument/2006/relationships/slideLayout" Target="../slideLayouts/slideLayout100.xml"/><Relationship Id="rId14" Type="http://schemas.openxmlformats.org/officeDocument/2006/relationships/slideLayout" Target="../slideLayouts/slideLayout99.xml"/><Relationship Id="rId13" Type="http://schemas.openxmlformats.org/officeDocument/2006/relationships/slideLayout" Target="../slideLayouts/slideLayout98.xml"/><Relationship Id="rId12" Type="http://schemas.openxmlformats.org/officeDocument/2006/relationships/slideLayout" Target="../slideLayouts/slideLayout97.xml"/><Relationship Id="rId11" Type="http://schemas.openxmlformats.org/officeDocument/2006/relationships/slideLayout" Target="../slideLayouts/slideLayout96.xml"/><Relationship Id="rId10" Type="http://schemas.openxmlformats.org/officeDocument/2006/relationships/slideLayout" Target="../slideLayouts/slideLayout95.xml"/><Relationship Id="rId1" Type="http://schemas.openxmlformats.org/officeDocument/2006/relationships/slideLayout" Target="../slideLayouts/slideLayout86.xml"/></Relationships>
</file>

<file path=ppt/slideMasters/_rels/slideMaster7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11.xml"/><Relationship Id="rId8" Type="http://schemas.openxmlformats.org/officeDocument/2006/relationships/slideLayout" Target="../slideLayouts/slideLayout110.xml"/><Relationship Id="rId7" Type="http://schemas.openxmlformats.org/officeDocument/2006/relationships/slideLayout" Target="../slideLayouts/slideLayout109.xml"/><Relationship Id="rId6" Type="http://schemas.openxmlformats.org/officeDocument/2006/relationships/slideLayout" Target="../slideLayouts/slideLayout108.xml"/><Relationship Id="rId5" Type="http://schemas.openxmlformats.org/officeDocument/2006/relationships/slideLayout" Target="../slideLayouts/slideLayout107.xml"/><Relationship Id="rId4" Type="http://schemas.openxmlformats.org/officeDocument/2006/relationships/slideLayout" Target="../slideLayouts/slideLayout106.xml"/><Relationship Id="rId3" Type="http://schemas.openxmlformats.org/officeDocument/2006/relationships/slideLayout" Target="../slideLayouts/slideLayout105.xml"/><Relationship Id="rId20" Type="http://schemas.openxmlformats.org/officeDocument/2006/relationships/theme" Target="../theme/theme7.xml"/><Relationship Id="rId2" Type="http://schemas.openxmlformats.org/officeDocument/2006/relationships/slideLayout" Target="../slideLayouts/slideLayout104.xml"/><Relationship Id="rId19" Type="http://schemas.openxmlformats.org/officeDocument/2006/relationships/image" Target="../media/image2.png"/><Relationship Id="rId18" Type="http://schemas.openxmlformats.org/officeDocument/2006/relationships/image" Target="../media/image1.jpeg"/><Relationship Id="rId17" Type="http://schemas.openxmlformats.org/officeDocument/2006/relationships/slideLayout" Target="../slideLayouts/slideLayout119.xml"/><Relationship Id="rId16" Type="http://schemas.openxmlformats.org/officeDocument/2006/relationships/slideLayout" Target="../slideLayouts/slideLayout118.xml"/><Relationship Id="rId15" Type="http://schemas.openxmlformats.org/officeDocument/2006/relationships/slideLayout" Target="../slideLayouts/slideLayout117.xml"/><Relationship Id="rId14" Type="http://schemas.openxmlformats.org/officeDocument/2006/relationships/slideLayout" Target="../slideLayouts/slideLayout116.xml"/><Relationship Id="rId13" Type="http://schemas.openxmlformats.org/officeDocument/2006/relationships/slideLayout" Target="../slideLayouts/slideLayout115.xml"/><Relationship Id="rId12" Type="http://schemas.openxmlformats.org/officeDocument/2006/relationships/slideLayout" Target="../slideLayouts/slideLayout114.xml"/><Relationship Id="rId11" Type="http://schemas.openxmlformats.org/officeDocument/2006/relationships/slideLayout" Target="../slideLayouts/slideLayout113.xml"/><Relationship Id="rId10" Type="http://schemas.openxmlformats.org/officeDocument/2006/relationships/slideLayout" Target="../slideLayouts/slideLayout112.xml"/><Relationship Id="rId1" Type="http://schemas.openxmlformats.org/officeDocument/2006/relationships/slideLayout" Target="../slideLayouts/slideLayout103.xml"/></Relationships>
</file>

<file path=ppt/slideMasters/_rels/slideMaster8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28.xml"/><Relationship Id="rId8" Type="http://schemas.openxmlformats.org/officeDocument/2006/relationships/slideLayout" Target="../slideLayouts/slideLayout127.xml"/><Relationship Id="rId7" Type="http://schemas.openxmlformats.org/officeDocument/2006/relationships/slideLayout" Target="../slideLayouts/slideLayout126.xml"/><Relationship Id="rId6" Type="http://schemas.openxmlformats.org/officeDocument/2006/relationships/slideLayout" Target="../slideLayouts/slideLayout125.xml"/><Relationship Id="rId5" Type="http://schemas.openxmlformats.org/officeDocument/2006/relationships/slideLayout" Target="../slideLayouts/slideLayout124.xml"/><Relationship Id="rId4" Type="http://schemas.openxmlformats.org/officeDocument/2006/relationships/slideLayout" Target="../slideLayouts/slideLayout123.xml"/><Relationship Id="rId3" Type="http://schemas.openxmlformats.org/officeDocument/2006/relationships/slideLayout" Target="../slideLayouts/slideLayout122.xml"/><Relationship Id="rId20" Type="http://schemas.openxmlformats.org/officeDocument/2006/relationships/theme" Target="../theme/theme8.xml"/><Relationship Id="rId2" Type="http://schemas.openxmlformats.org/officeDocument/2006/relationships/slideLayout" Target="../slideLayouts/slideLayout121.xml"/><Relationship Id="rId19" Type="http://schemas.openxmlformats.org/officeDocument/2006/relationships/image" Target="../media/image2.png"/><Relationship Id="rId18" Type="http://schemas.openxmlformats.org/officeDocument/2006/relationships/image" Target="../media/image1.jpeg"/><Relationship Id="rId17" Type="http://schemas.openxmlformats.org/officeDocument/2006/relationships/slideLayout" Target="../slideLayouts/slideLayout136.xml"/><Relationship Id="rId16" Type="http://schemas.openxmlformats.org/officeDocument/2006/relationships/slideLayout" Target="../slideLayouts/slideLayout135.xml"/><Relationship Id="rId15" Type="http://schemas.openxmlformats.org/officeDocument/2006/relationships/slideLayout" Target="../slideLayouts/slideLayout134.xml"/><Relationship Id="rId14" Type="http://schemas.openxmlformats.org/officeDocument/2006/relationships/slideLayout" Target="../slideLayouts/slideLayout133.xml"/><Relationship Id="rId13" Type="http://schemas.openxmlformats.org/officeDocument/2006/relationships/slideLayout" Target="../slideLayouts/slideLayout132.xml"/><Relationship Id="rId12" Type="http://schemas.openxmlformats.org/officeDocument/2006/relationships/slideLayout" Target="../slideLayouts/slideLayout131.xml"/><Relationship Id="rId11" Type="http://schemas.openxmlformats.org/officeDocument/2006/relationships/slideLayout" Target="../slideLayouts/slideLayout130.xml"/><Relationship Id="rId10" Type="http://schemas.openxmlformats.org/officeDocument/2006/relationships/slideLayout" Target="../slideLayouts/slideLayout129.xml"/><Relationship Id="rId1" Type="http://schemas.openxmlformats.org/officeDocument/2006/relationships/slideLayout" Target="../slideLayouts/slideLayout120.xml"/></Relationships>
</file>

<file path=ppt/slideMasters/_rels/slideMaster9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45.xml"/><Relationship Id="rId8" Type="http://schemas.openxmlformats.org/officeDocument/2006/relationships/slideLayout" Target="../slideLayouts/slideLayout144.xml"/><Relationship Id="rId7" Type="http://schemas.openxmlformats.org/officeDocument/2006/relationships/slideLayout" Target="../slideLayouts/slideLayout143.xml"/><Relationship Id="rId6" Type="http://schemas.openxmlformats.org/officeDocument/2006/relationships/slideLayout" Target="../slideLayouts/slideLayout142.xml"/><Relationship Id="rId5" Type="http://schemas.openxmlformats.org/officeDocument/2006/relationships/slideLayout" Target="../slideLayouts/slideLayout141.xml"/><Relationship Id="rId4" Type="http://schemas.openxmlformats.org/officeDocument/2006/relationships/slideLayout" Target="../slideLayouts/slideLayout140.xml"/><Relationship Id="rId3" Type="http://schemas.openxmlformats.org/officeDocument/2006/relationships/slideLayout" Target="../slideLayouts/slideLayout139.xml"/><Relationship Id="rId20" Type="http://schemas.openxmlformats.org/officeDocument/2006/relationships/theme" Target="../theme/theme9.xml"/><Relationship Id="rId2" Type="http://schemas.openxmlformats.org/officeDocument/2006/relationships/slideLayout" Target="../slideLayouts/slideLayout138.xml"/><Relationship Id="rId19" Type="http://schemas.openxmlformats.org/officeDocument/2006/relationships/image" Target="../media/image2.png"/><Relationship Id="rId18" Type="http://schemas.openxmlformats.org/officeDocument/2006/relationships/image" Target="../media/image1.jpeg"/><Relationship Id="rId17" Type="http://schemas.openxmlformats.org/officeDocument/2006/relationships/slideLayout" Target="../slideLayouts/slideLayout153.xml"/><Relationship Id="rId16" Type="http://schemas.openxmlformats.org/officeDocument/2006/relationships/slideLayout" Target="../slideLayouts/slideLayout152.xml"/><Relationship Id="rId15" Type="http://schemas.openxmlformats.org/officeDocument/2006/relationships/slideLayout" Target="../slideLayouts/slideLayout151.xml"/><Relationship Id="rId14" Type="http://schemas.openxmlformats.org/officeDocument/2006/relationships/slideLayout" Target="../slideLayouts/slideLayout150.xml"/><Relationship Id="rId13" Type="http://schemas.openxmlformats.org/officeDocument/2006/relationships/slideLayout" Target="../slideLayouts/slideLayout149.xml"/><Relationship Id="rId12" Type="http://schemas.openxmlformats.org/officeDocument/2006/relationships/slideLayout" Target="../slideLayouts/slideLayout148.xml"/><Relationship Id="rId11" Type="http://schemas.openxmlformats.org/officeDocument/2006/relationships/slideLayout" Target="../slideLayouts/slideLayout147.xml"/><Relationship Id="rId10" Type="http://schemas.openxmlformats.org/officeDocument/2006/relationships/slideLayout" Target="../slideLayouts/slideLayout146.xml"/><Relationship Id="rId1" Type="http://schemas.openxmlformats.org/officeDocument/2006/relationships/slideLayout" Target="../slideLayouts/slideLayout137.xml"/></Relationships>
</file>

<file path=ppt/slideMasters/_rels/slideMaster10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62.xml"/><Relationship Id="rId8" Type="http://schemas.openxmlformats.org/officeDocument/2006/relationships/slideLayout" Target="../slideLayouts/slideLayout161.xml"/><Relationship Id="rId7" Type="http://schemas.openxmlformats.org/officeDocument/2006/relationships/slideLayout" Target="../slideLayouts/slideLayout160.xml"/><Relationship Id="rId6" Type="http://schemas.openxmlformats.org/officeDocument/2006/relationships/slideLayout" Target="../slideLayouts/slideLayout159.xml"/><Relationship Id="rId5" Type="http://schemas.openxmlformats.org/officeDocument/2006/relationships/slideLayout" Target="../slideLayouts/slideLayout158.xml"/><Relationship Id="rId4" Type="http://schemas.openxmlformats.org/officeDocument/2006/relationships/slideLayout" Target="../slideLayouts/slideLayout157.xml"/><Relationship Id="rId3" Type="http://schemas.openxmlformats.org/officeDocument/2006/relationships/slideLayout" Target="../slideLayouts/slideLayout156.xml"/><Relationship Id="rId20" Type="http://schemas.openxmlformats.org/officeDocument/2006/relationships/theme" Target="../theme/theme10.xml"/><Relationship Id="rId2" Type="http://schemas.openxmlformats.org/officeDocument/2006/relationships/slideLayout" Target="../slideLayouts/slideLayout155.xml"/><Relationship Id="rId19" Type="http://schemas.openxmlformats.org/officeDocument/2006/relationships/image" Target="../media/image2.png"/><Relationship Id="rId18" Type="http://schemas.openxmlformats.org/officeDocument/2006/relationships/image" Target="../media/image1.jpeg"/><Relationship Id="rId17" Type="http://schemas.openxmlformats.org/officeDocument/2006/relationships/slideLayout" Target="../slideLayouts/slideLayout170.xml"/><Relationship Id="rId16" Type="http://schemas.openxmlformats.org/officeDocument/2006/relationships/slideLayout" Target="../slideLayouts/slideLayout169.xml"/><Relationship Id="rId15" Type="http://schemas.openxmlformats.org/officeDocument/2006/relationships/slideLayout" Target="../slideLayouts/slideLayout168.xml"/><Relationship Id="rId14" Type="http://schemas.openxmlformats.org/officeDocument/2006/relationships/slideLayout" Target="../slideLayouts/slideLayout167.xml"/><Relationship Id="rId13" Type="http://schemas.openxmlformats.org/officeDocument/2006/relationships/slideLayout" Target="../slideLayouts/slideLayout166.xml"/><Relationship Id="rId12" Type="http://schemas.openxmlformats.org/officeDocument/2006/relationships/slideLayout" Target="../slideLayouts/slideLayout165.xml"/><Relationship Id="rId11" Type="http://schemas.openxmlformats.org/officeDocument/2006/relationships/slideLayout" Target="../slideLayouts/slideLayout164.xml"/><Relationship Id="rId10" Type="http://schemas.openxmlformats.org/officeDocument/2006/relationships/slideLayout" Target="../slideLayouts/slideLayout163.xml"/><Relationship Id="rId1" Type="http://schemas.openxmlformats.org/officeDocument/2006/relationships/slideLayout" Target="../slideLayouts/slideLayout154.xml"/></Relationships>
</file>

<file path=ppt/slideMasters/_rels/slideMaster1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79.xml"/><Relationship Id="rId8" Type="http://schemas.openxmlformats.org/officeDocument/2006/relationships/slideLayout" Target="../slideLayouts/slideLayout178.xml"/><Relationship Id="rId7" Type="http://schemas.openxmlformats.org/officeDocument/2006/relationships/slideLayout" Target="../slideLayouts/slideLayout177.xml"/><Relationship Id="rId6" Type="http://schemas.openxmlformats.org/officeDocument/2006/relationships/slideLayout" Target="../slideLayouts/slideLayout176.xml"/><Relationship Id="rId5" Type="http://schemas.openxmlformats.org/officeDocument/2006/relationships/slideLayout" Target="../slideLayouts/slideLayout175.xml"/><Relationship Id="rId4" Type="http://schemas.openxmlformats.org/officeDocument/2006/relationships/slideLayout" Target="../slideLayouts/slideLayout174.xml"/><Relationship Id="rId3" Type="http://schemas.openxmlformats.org/officeDocument/2006/relationships/slideLayout" Target="../slideLayouts/slideLayout173.xml"/><Relationship Id="rId20" Type="http://schemas.openxmlformats.org/officeDocument/2006/relationships/theme" Target="../theme/theme11.xml"/><Relationship Id="rId2" Type="http://schemas.openxmlformats.org/officeDocument/2006/relationships/slideLayout" Target="../slideLayouts/slideLayout172.xml"/><Relationship Id="rId19" Type="http://schemas.openxmlformats.org/officeDocument/2006/relationships/image" Target="../media/image2.png"/><Relationship Id="rId18" Type="http://schemas.openxmlformats.org/officeDocument/2006/relationships/image" Target="../media/image1.jpeg"/><Relationship Id="rId17" Type="http://schemas.openxmlformats.org/officeDocument/2006/relationships/slideLayout" Target="../slideLayouts/slideLayout187.xml"/><Relationship Id="rId16" Type="http://schemas.openxmlformats.org/officeDocument/2006/relationships/slideLayout" Target="../slideLayouts/slideLayout186.xml"/><Relationship Id="rId15" Type="http://schemas.openxmlformats.org/officeDocument/2006/relationships/slideLayout" Target="../slideLayouts/slideLayout185.xml"/><Relationship Id="rId14" Type="http://schemas.openxmlformats.org/officeDocument/2006/relationships/slideLayout" Target="../slideLayouts/slideLayout184.xml"/><Relationship Id="rId13" Type="http://schemas.openxmlformats.org/officeDocument/2006/relationships/slideLayout" Target="../slideLayouts/slideLayout183.xml"/><Relationship Id="rId12" Type="http://schemas.openxmlformats.org/officeDocument/2006/relationships/slideLayout" Target="../slideLayouts/slideLayout182.xml"/><Relationship Id="rId11" Type="http://schemas.openxmlformats.org/officeDocument/2006/relationships/slideLayout" Target="../slideLayouts/slideLayout181.xml"/><Relationship Id="rId10" Type="http://schemas.openxmlformats.org/officeDocument/2006/relationships/slideLayout" Target="../slideLayouts/slideLayout180.xml"/><Relationship Id="rId1" Type="http://schemas.openxmlformats.org/officeDocument/2006/relationships/slideLayout" Target="../slideLayouts/slideLayout171.xml"/></Relationships>
</file>

<file path=ppt/slideMasters/_rels/slideMaster1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96.xml"/><Relationship Id="rId8" Type="http://schemas.openxmlformats.org/officeDocument/2006/relationships/slideLayout" Target="../slideLayouts/slideLayout195.xml"/><Relationship Id="rId7" Type="http://schemas.openxmlformats.org/officeDocument/2006/relationships/slideLayout" Target="../slideLayouts/slideLayout194.xml"/><Relationship Id="rId6" Type="http://schemas.openxmlformats.org/officeDocument/2006/relationships/slideLayout" Target="../slideLayouts/slideLayout193.xml"/><Relationship Id="rId5" Type="http://schemas.openxmlformats.org/officeDocument/2006/relationships/slideLayout" Target="../slideLayouts/slideLayout192.xml"/><Relationship Id="rId4" Type="http://schemas.openxmlformats.org/officeDocument/2006/relationships/slideLayout" Target="../slideLayouts/slideLayout191.xml"/><Relationship Id="rId3" Type="http://schemas.openxmlformats.org/officeDocument/2006/relationships/slideLayout" Target="../slideLayouts/slideLayout190.xml"/><Relationship Id="rId20" Type="http://schemas.openxmlformats.org/officeDocument/2006/relationships/theme" Target="../theme/theme12.xml"/><Relationship Id="rId2" Type="http://schemas.openxmlformats.org/officeDocument/2006/relationships/slideLayout" Target="../slideLayouts/slideLayout189.xml"/><Relationship Id="rId19" Type="http://schemas.openxmlformats.org/officeDocument/2006/relationships/image" Target="../media/image2.png"/><Relationship Id="rId18" Type="http://schemas.openxmlformats.org/officeDocument/2006/relationships/image" Target="../media/image1.jpeg"/><Relationship Id="rId17" Type="http://schemas.openxmlformats.org/officeDocument/2006/relationships/slideLayout" Target="../slideLayouts/slideLayout204.xml"/><Relationship Id="rId16" Type="http://schemas.openxmlformats.org/officeDocument/2006/relationships/slideLayout" Target="../slideLayouts/slideLayout203.xml"/><Relationship Id="rId15" Type="http://schemas.openxmlformats.org/officeDocument/2006/relationships/slideLayout" Target="../slideLayouts/slideLayout202.xml"/><Relationship Id="rId14" Type="http://schemas.openxmlformats.org/officeDocument/2006/relationships/slideLayout" Target="../slideLayouts/slideLayout201.xml"/><Relationship Id="rId13" Type="http://schemas.openxmlformats.org/officeDocument/2006/relationships/slideLayout" Target="../slideLayouts/slideLayout200.xml"/><Relationship Id="rId12" Type="http://schemas.openxmlformats.org/officeDocument/2006/relationships/slideLayout" Target="../slideLayouts/slideLayout199.xml"/><Relationship Id="rId11" Type="http://schemas.openxmlformats.org/officeDocument/2006/relationships/slideLayout" Target="../slideLayouts/slideLayout198.xml"/><Relationship Id="rId10" Type="http://schemas.openxmlformats.org/officeDocument/2006/relationships/slideLayout" Target="../slideLayouts/slideLayout197.xml"/><Relationship Id="rId1" Type="http://schemas.openxmlformats.org/officeDocument/2006/relationships/slideLayout" Target="../slideLayouts/slideLayout18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/>
      <p:sp>
        <p:nvSpPr>
          <p:cNvPr id="14" name="双波形 13"/>
          <p:cNvSpPr/>
          <p:nvPr userDrawn="1"/>
        </p:nvSpPr>
        <p:spPr>
          <a:xfrm>
            <a:off x="59267" y="725805"/>
            <a:ext cx="11082020" cy="120015"/>
          </a:xfrm>
          <a:prstGeom prst="doubleWave">
            <a:avLst>
              <a:gd name="adj1" fmla="val 6250"/>
              <a:gd name="adj2" fmla="val 0"/>
            </a:avLst>
          </a:prstGeom>
          <a:gradFill>
            <a:gsLst>
              <a:gs pos="0">
                <a:srgbClr val="FE4444"/>
              </a:gs>
              <a:gs pos="100000">
                <a:srgbClr val="832B2B"/>
              </a:gs>
            </a:gsLst>
            <a:lin ang="0" scaled="0"/>
          </a:gradFill>
          <a:ln>
            <a:noFill/>
          </a:ln>
          <a:effectLst>
            <a:softEdge rad="127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 fontAlgn="base"/>
            <a:endParaRPr lang="zh-CN" altLang="en-US" sz="3200" strike="noStrike" noProof="1"/>
          </a:p>
        </p:txBody>
      </p:sp>
      <p:sp>
        <p:nvSpPr>
          <p:cNvPr id="1026" name="Rectangle 2"/>
          <p:cNvSpPr>
            <a:spLocks noGrp="1"/>
          </p:cNvSpPr>
          <p:nvPr>
            <p:ph type="title"/>
          </p:nvPr>
        </p:nvSpPr>
        <p:spPr>
          <a:xfrm>
            <a:off x="609600" y="457200"/>
            <a:ext cx="10972800" cy="1143000"/>
          </a:xfrm>
          <a:prstGeom prst="rect">
            <a:avLst/>
          </a:prstGeom>
          <a:noFill/>
          <a:ln w="9525">
            <a:noFill/>
          </a:ln>
        </p:spPr>
        <p:txBody>
          <a:bodyPr anchor="ctr"/>
          <a:p>
            <a:pPr lvl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1027" name="Rectangle 3"/>
          <p:cNvSpPr>
            <a:spLocks noGrp="1"/>
          </p:cNvSpPr>
          <p:nvPr>
            <p:ph type="body"/>
          </p:nvPr>
        </p:nvSpPr>
        <p:spPr>
          <a:xfrm>
            <a:off x="609600" y="1600200"/>
            <a:ext cx="10972800" cy="4525963"/>
          </a:xfrm>
          <a:prstGeom prst="rect">
            <a:avLst/>
          </a:prstGeom>
          <a:noFill/>
          <a:ln w="9525">
            <a:noFill/>
          </a:ln>
        </p:spPr>
        <p:txBody>
          <a:bodyPr anchor="t"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 indent="-285750"/>
            <a:r>
              <a:rPr lang="zh-CN" altLang="en-US" dirty="0"/>
              <a:t>第二级</a:t>
            </a:r>
            <a:endParaRPr lang="zh-CN" altLang="en-US" dirty="0"/>
          </a:p>
          <a:p>
            <a:pPr lvl="2" indent="-228600"/>
            <a:r>
              <a:rPr lang="zh-CN" altLang="en-US" dirty="0"/>
              <a:t>第三级</a:t>
            </a:r>
            <a:endParaRPr lang="zh-CN" altLang="en-US" dirty="0"/>
          </a:p>
          <a:p>
            <a:pPr lvl="3" indent="-228600"/>
            <a:r>
              <a:rPr lang="zh-CN" altLang="en-US" dirty="0"/>
              <a:t>第四级</a:t>
            </a:r>
            <a:endParaRPr lang="zh-CN" altLang="en-US" dirty="0"/>
          </a:p>
          <a:p>
            <a:pPr lvl="4" indent="-228600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5225"/>
            <a:ext cx="28448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>
              <a:defRPr sz="1400">
                <a:latin typeface="+mn-lt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5225"/>
            <a:ext cx="38608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ctr">
              <a:defRPr sz="1400">
                <a:latin typeface="+mn-lt"/>
              </a:defRPr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5225"/>
            <a:ext cx="28448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>
              <a:defRPr sz="1400">
                <a:latin typeface="Arial" panose="020B0604020202020204" pitchFamily="34" charset="0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2AC53CD-A2F0-4746-AFA2-88787E7692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矩形 6"/>
          <p:cNvSpPr/>
          <p:nvPr userDrawn="1"/>
        </p:nvSpPr>
        <p:spPr bwMode="auto">
          <a:xfrm>
            <a:off x="0" y="6553199"/>
            <a:ext cx="12192000" cy="292101"/>
          </a:xfrm>
          <a:prstGeom prst="rect">
            <a:avLst/>
          </a:prstGeom>
          <a:gradFill>
            <a:gsLst>
              <a:gs pos="100000">
                <a:srgbClr val="B3CED5"/>
              </a:gs>
              <a:gs pos="0">
                <a:srgbClr val="DDE3D8"/>
              </a:gs>
            </a:gsLst>
            <a:lin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innerShdw blurRad="63500" dist="50800" dir="13500000">
              <a:prstClr val="black">
                <a:alpha val="50000"/>
              </a:prstClr>
            </a:innerShdw>
          </a:effectLst>
        </p:spPr>
        <p:txBody>
          <a:bodyPr>
            <a:scene3d>
              <a:camera prst="orthographicFront"/>
              <a:lightRig rig="threePt" dir="t"/>
            </a:scene3d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400" b="0" i="0" u="none" strike="noStrike" kern="1200" cap="none" spc="0" normalizeH="0" baseline="0" noProof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Rectangle 5"/>
          <p:cNvSpPr txBox="1">
            <a:spLocks noChangeArrowheads="1"/>
          </p:cNvSpPr>
          <p:nvPr userDrawn="1"/>
        </p:nvSpPr>
        <p:spPr bwMode="auto">
          <a:xfrm>
            <a:off x="8331200" y="6561138"/>
            <a:ext cx="3860800" cy="304800"/>
          </a:xfrm>
          <a:prstGeom prst="rect">
            <a:avLst/>
          </a:prstGeom>
          <a:noFill/>
          <a:ln>
            <a:noFill/>
          </a:ln>
          <a:effectLst/>
        </p:spPr>
        <p:txBody>
          <a:bodyPr/>
          <a:lstStyle>
            <a:defPPr>
              <a:defRPr lang="zh-CN"/>
            </a:defPPr>
            <a:lvl1pPr algn="ctr" rtl="0" eaLnBrk="1" fontAlgn="base" hangingPunct="1">
              <a:spcBef>
                <a:spcPct val="0"/>
              </a:spcBef>
              <a:spcAft>
                <a:spcPct val="0"/>
              </a:spcAft>
              <a:defRPr sz="1400" b="0" kern="1200">
                <a:solidFill>
                  <a:schemeClr val="accent1">
                    <a:lumMod val="50000"/>
                  </a:schemeClr>
                </a:solidFill>
                <a:latin typeface="隶书" panose="02010509060101010101" pitchFamily="49" charset="-122"/>
                <a:ea typeface="隶书" panose="02010509060101010101" pitchFamily="49" charset="-122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1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隶书" panose="02010509060101010101" pitchFamily="49" charset="-122"/>
                <a:ea typeface="隶书" panose="02010509060101010101" pitchFamily="49" charset="-122"/>
                <a:cs typeface="+mn-cs"/>
              </a:rPr>
              <a:t>厦门大学 高春仙</a:t>
            </a:r>
            <a:r>
              <a:rPr kumimoji="1" lang="en-US" altLang="zh-CN" sz="1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隶书" panose="02010509060101010101" pitchFamily="49" charset="-122"/>
                <a:ea typeface="隶书" panose="02010509060101010101" pitchFamily="49" charset="-122"/>
                <a:cs typeface="+mn-cs"/>
              </a:rPr>
              <a:t> </a:t>
            </a:r>
            <a:r>
              <a:rPr kumimoji="1" lang="zh-CN" altLang="en-US" sz="1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隶书" panose="02010509060101010101" pitchFamily="49" charset="-122"/>
                <a:ea typeface="隶书" panose="02010509060101010101" pitchFamily="49" charset="-122"/>
                <a:cs typeface="+mn-cs"/>
              </a:rPr>
              <a:t>苏为</a:t>
            </a:r>
            <a:endParaRPr kumimoji="1" lang="zh-CN" altLang="en-US" sz="14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隶书" panose="02010509060101010101" pitchFamily="49" charset="-122"/>
              <a:ea typeface="隶书" panose="02010509060101010101" pitchFamily="49" charset="-122"/>
              <a:cs typeface="+mn-cs"/>
            </a:endParaRPr>
          </a:p>
        </p:txBody>
      </p:sp>
      <p:sp>
        <p:nvSpPr>
          <p:cNvPr id="1034" name="Rectangle 6"/>
          <p:cNvSpPr>
            <a:spLocks noGrp="1"/>
          </p:cNvSpPr>
          <p:nvPr userDrawn="1"/>
        </p:nvSpPr>
        <p:spPr>
          <a:xfrm>
            <a:off x="3860800" y="6553200"/>
            <a:ext cx="4775200" cy="3048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t"/>
          <a:p>
            <a:pPr lvl="0" algn="ctr"/>
            <a:fld id="{9A0DB2DC-4C9A-4742-B13C-FB6460FD3503}" type="slidenum">
              <a:rPr lang="en-US" altLang="zh-CN" sz="1400" dirty="0">
                <a:latin typeface="Arial" panose="020B0604020202020204" pitchFamily="34" charset="0"/>
                <a:ea typeface="宋体" panose="02010600030101010101" pitchFamily="2" charset="-122"/>
              </a:rPr>
            </a:fld>
            <a:endParaRPr lang="en-US" altLang="zh-CN" sz="14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pic>
        <p:nvPicPr>
          <p:cNvPr id="8" name="图片 7" descr="&amp;pky8089305357&amp;"/>
          <p:cNvPicPr>
            <a:picLocks noChangeAspect="1"/>
          </p:cNvPicPr>
          <p:nvPr userDrawn="1"/>
        </p:nvPicPr>
        <p:blipFill>
          <a:blip r:embed="rId18"/>
          <a:stretch>
            <a:fillRect/>
          </a:stretch>
        </p:blipFill>
        <p:spPr>
          <a:xfrm>
            <a:off x="0" y="0"/>
            <a:ext cx="1491827" cy="745490"/>
          </a:xfrm>
          <a:prstGeom prst="rect">
            <a:avLst/>
          </a:prstGeom>
          <a:effectLst>
            <a:softEdge rad="63500"/>
          </a:effec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</p:sldLayoutIdLst>
  <p:transition/>
  <p:hf sldNum="0"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tx1"/>
          </a:solidFill>
          <a:latin typeface="隶书" panose="02010509060101010101" pitchFamily="49" charset="-122"/>
          <a:ea typeface="隶书" panose="02010509060101010101" pitchFamily="49" charset="-122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rgbClr val="FFFF00"/>
          </a:solidFill>
          <a:latin typeface="Arial" panose="020B0604020202020204" pitchFamily="34" charset="0"/>
          <a:ea typeface="宋体" panose="02010600030101010101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rgbClr val="FFFF00"/>
          </a:solidFill>
          <a:latin typeface="Arial" panose="020B0604020202020204" pitchFamily="34" charset="0"/>
          <a:ea typeface="宋体" panose="02010600030101010101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rgbClr val="FFFF00"/>
          </a:solidFill>
          <a:latin typeface="Arial" panose="020B0604020202020204" pitchFamily="34" charset="0"/>
          <a:ea typeface="宋体" panose="02010600030101010101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rgbClr val="FFFF00"/>
          </a:solidFill>
          <a:latin typeface="Arial" panose="020B0604020202020204" pitchFamily="34" charset="0"/>
          <a:ea typeface="宋体" panose="02010600030101010101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 b="1">
          <a:solidFill>
            <a:srgbClr val="FFFF00"/>
          </a:solidFill>
          <a:latin typeface="Arial" panose="020B0604020202020204" pitchFamily="34" charset="0"/>
          <a:ea typeface="宋体" panose="02010600030101010101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 b="1">
          <a:solidFill>
            <a:srgbClr val="FFFF00"/>
          </a:solidFill>
          <a:latin typeface="Arial" panose="020B0604020202020204" pitchFamily="34" charset="0"/>
          <a:ea typeface="宋体" panose="02010600030101010101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 b="1">
          <a:solidFill>
            <a:srgbClr val="FFFF00"/>
          </a:solidFill>
          <a:latin typeface="Arial" panose="020B0604020202020204" pitchFamily="34" charset="0"/>
          <a:ea typeface="宋体" panose="02010600030101010101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 b="1">
          <a:solidFill>
            <a:srgbClr val="FFFF00"/>
          </a:solidFill>
          <a:latin typeface="Arial" panose="020B0604020202020204" pitchFamily="34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rgbClr val="00FF00"/>
        </a:buClr>
        <a:buFont typeface="Wingdings" panose="05000000000000000000" pitchFamily="2" charset="2"/>
        <a:buChar char="Ø"/>
        <a:defRPr sz="3200" b="1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Blip>
          <a:blip r:embed="rId19"/>
        </a:buBlip>
        <a:defRPr sz="2800" b="1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Blip>
          <a:blip r:embed="rId19"/>
        </a:buBlip>
        <a:defRPr sz="2400" b="1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Blip>
          <a:blip r:embed="rId19"/>
        </a:buBlip>
        <a:defRPr sz="2000" b="1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Blip>
          <a:blip r:embed="rId19"/>
        </a:buBlip>
        <a:defRPr sz="2000" b="1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Blip>
          <a:blip r:embed="rId19"/>
        </a:buBlip>
        <a:defRPr sz="2000" b="1">
          <a:solidFill>
            <a:srgbClr val="FFFF00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Blip>
          <a:blip r:embed="rId19"/>
        </a:buBlip>
        <a:defRPr sz="2000" b="1">
          <a:solidFill>
            <a:srgbClr val="FFFF00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Blip>
          <a:blip r:embed="rId19"/>
        </a:buBlip>
        <a:defRPr sz="2000" b="1">
          <a:solidFill>
            <a:srgbClr val="FFFF00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Blip>
          <a:blip r:embed="rId19"/>
        </a:buBlip>
        <a:defRPr sz="2000" b="1">
          <a:solidFill>
            <a:srgbClr val="FFFF00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/>
      <p:sp>
        <p:nvSpPr>
          <p:cNvPr id="14" name="双波形 13"/>
          <p:cNvSpPr/>
          <p:nvPr userDrawn="1"/>
        </p:nvSpPr>
        <p:spPr>
          <a:xfrm>
            <a:off x="59267" y="725805"/>
            <a:ext cx="11082020" cy="120015"/>
          </a:xfrm>
          <a:prstGeom prst="doubleWave">
            <a:avLst>
              <a:gd name="adj1" fmla="val 6250"/>
              <a:gd name="adj2" fmla="val 0"/>
            </a:avLst>
          </a:prstGeom>
          <a:gradFill>
            <a:gsLst>
              <a:gs pos="0">
                <a:srgbClr val="FE4444"/>
              </a:gs>
              <a:gs pos="100000">
                <a:srgbClr val="832B2B"/>
              </a:gs>
            </a:gsLst>
            <a:lin ang="0" scaled="0"/>
          </a:gradFill>
          <a:ln>
            <a:noFill/>
          </a:ln>
          <a:effectLst>
            <a:softEdge rad="127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 fontAlgn="base"/>
            <a:endParaRPr lang="zh-CN" altLang="en-US" sz="3200" strike="noStrike" noProof="1"/>
          </a:p>
        </p:txBody>
      </p:sp>
      <p:sp>
        <p:nvSpPr>
          <p:cNvPr id="1026" name="Rectangle 2"/>
          <p:cNvSpPr>
            <a:spLocks noGrp="1"/>
          </p:cNvSpPr>
          <p:nvPr>
            <p:ph type="title"/>
          </p:nvPr>
        </p:nvSpPr>
        <p:spPr>
          <a:xfrm>
            <a:off x="609600" y="457200"/>
            <a:ext cx="10972800" cy="1143000"/>
          </a:xfrm>
          <a:prstGeom prst="rect">
            <a:avLst/>
          </a:prstGeom>
          <a:noFill/>
          <a:ln w="9525">
            <a:noFill/>
          </a:ln>
        </p:spPr>
        <p:txBody>
          <a:bodyPr anchor="ctr"/>
          <a:p>
            <a:pPr lvl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1027" name="Rectangle 3"/>
          <p:cNvSpPr>
            <a:spLocks noGrp="1"/>
          </p:cNvSpPr>
          <p:nvPr>
            <p:ph type="body"/>
          </p:nvPr>
        </p:nvSpPr>
        <p:spPr>
          <a:xfrm>
            <a:off x="609600" y="1600200"/>
            <a:ext cx="10972800" cy="4525963"/>
          </a:xfrm>
          <a:prstGeom prst="rect">
            <a:avLst/>
          </a:prstGeom>
          <a:noFill/>
          <a:ln w="9525">
            <a:noFill/>
          </a:ln>
        </p:spPr>
        <p:txBody>
          <a:bodyPr anchor="t"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 indent="-285750"/>
            <a:r>
              <a:rPr lang="zh-CN" altLang="en-US" dirty="0"/>
              <a:t>第二级</a:t>
            </a:r>
            <a:endParaRPr lang="zh-CN" altLang="en-US" dirty="0"/>
          </a:p>
          <a:p>
            <a:pPr lvl="2" indent="-228600"/>
            <a:r>
              <a:rPr lang="zh-CN" altLang="en-US" dirty="0"/>
              <a:t>第三级</a:t>
            </a:r>
            <a:endParaRPr lang="zh-CN" altLang="en-US" dirty="0"/>
          </a:p>
          <a:p>
            <a:pPr lvl="3" indent="-228600"/>
            <a:r>
              <a:rPr lang="zh-CN" altLang="en-US" dirty="0"/>
              <a:t>第四级</a:t>
            </a:r>
            <a:endParaRPr lang="zh-CN" altLang="en-US" dirty="0"/>
          </a:p>
          <a:p>
            <a:pPr lvl="4" indent="-228600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5225"/>
            <a:ext cx="28448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>
              <a:defRPr sz="1400">
                <a:latin typeface="+mn-lt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5225"/>
            <a:ext cx="38608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ctr">
              <a:defRPr sz="1400">
                <a:latin typeface="+mn-lt"/>
              </a:defRPr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5225"/>
            <a:ext cx="28448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>
              <a:defRPr sz="1400">
                <a:latin typeface="Arial" panose="020B0604020202020204" pitchFamily="34" charset="0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2AC53CD-A2F0-4746-AFA2-88787E7692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矩形 6"/>
          <p:cNvSpPr/>
          <p:nvPr userDrawn="1"/>
        </p:nvSpPr>
        <p:spPr bwMode="auto">
          <a:xfrm>
            <a:off x="0" y="6553199"/>
            <a:ext cx="12192000" cy="292101"/>
          </a:xfrm>
          <a:prstGeom prst="rect">
            <a:avLst/>
          </a:prstGeom>
          <a:gradFill>
            <a:gsLst>
              <a:gs pos="100000">
                <a:srgbClr val="B3CED5"/>
              </a:gs>
              <a:gs pos="0">
                <a:srgbClr val="DDE3D8"/>
              </a:gs>
            </a:gsLst>
            <a:lin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innerShdw blurRad="63500" dist="50800" dir="13500000">
              <a:prstClr val="black">
                <a:alpha val="50000"/>
              </a:prstClr>
            </a:innerShdw>
          </a:effectLst>
        </p:spPr>
        <p:txBody>
          <a:bodyPr>
            <a:scene3d>
              <a:camera prst="orthographicFront"/>
              <a:lightRig rig="threePt" dir="t"/>
            </a:scene3d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400" b="0" i="0" u="none" strike="noStrike" kern="1200" cap="none" spc="0" normalizeH="0" baseline="0" noProof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Rectangle 5"/>
          <p:cNvSpPr txBox="1">
            <a:spLocks noChangeArrowheads="1"/>
          </p:cNvSpPr>
          <p:nvPr userDrawn="1"/>
        </p:nvSpPr>
        <p:spPr bwMode="auto">
          <a:xfrm>
            <a:off x="8331200" y="6561138"/>
            <a:ext cx="3860800" cy="304800"/>
          </a:xfrm>
          <a:prstGeom prst="rect">
            <a:avLst/>
          </a:prstGeom>
          <a:noFill/>
          <a:ln>
            <a:noFill/>
          </a:ln>
          <a:effectLst/>
        </p:spPr>
        <p:txBody>
          <a:bodyPr/>
          <a:lstStyle>
            <a:defPPr>
              <a:defRPr lang="zh-CN"/>
            </a:defPPr>
            <a:lvl1pPr algn="ctr" rtl="0" eaLnBrk="1" fontAlgn="base" hangingPunct="1">
              <a:spcBef>
                <a:spcPct val="0"/>
              </a:spcBef>
              <a:spcAft>
                <a:spcPct val="0"/>
              </a:spcAft>
              <a:defRPr sz="1400" b="0" kern="1200">
                <a:solidFill>
                  <a:schemeClr val="accent1">
                    <a:lumMod val="50000"/>
                  </a:schemeClr>
                </a:solidFill>
                <a:latin typeface="隶书" panose="02010509060101010101" pitchFamily="49" charset="-122"/>
                <a:ea typeface="隶书" panose="02010509060101010101" pitchFamily="49" charset="-122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1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隶书" panose="02010509060101010101" pitchFamily="49" charset="-122"/>
                <a:ea typeface="隶书" panose="02010509060101010101" pitchFamily="49" charset="-122"/>
                <a:cs typeface="+mn-cs"/>
              </a:rPr>
              <a:t>厦门大学 高春仙</a:t>
            </a:r>
            <a:r>
              <a:rPr kumimoji="1" lang="en-US" altLang="zh-CN" sz="1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隶书" panose="02010509060101010101" pitchFamily="49" charset="-122"/>
                <a:ea typeface="隶书" panose="02010509060101010101" pitchFamily="49" charset="-122"/>
                <a:cs typeface="+mn-cs"/>
              </a:rPr>
              <a:t> </a:t>
            </a:r>
            <a:r>
              <a:rPr kumimoji="1" lang="zh-CN" altLang="en-US" sz="1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隶书" panose="02010509060101010101" pitchFamily="49" charset="-122"/>
                <a:ea typeface="隶书" panose="02010509060101010101" pitchFamily="49" charset="-122"/>
                <a:cs typeface="+mn-cs"/>
              </a:rPr>
              <a:t>苏为</a:t>
            </a:r>
            <a:endParaRPr kumimoji="1" lang="zh-CN" altLang="en-US" sz="14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隶书" panose="02010509060101010101" pitchFamily="49" charset="-122"/>
              <a:ea typeface="隶书" panose="02010509060101010101" pitchFamily="49" charset="-122"/>
              <a:cs typeface="+mn-cs"/>
            </a:endParaRPr>
          </a:p>
        </p:txBody>
      </p:sp>
      <p:sp>
        <p:nvSpPr>
          <p:cNvPr id="1034" name="Rectangle 6"/>
          <p:cNvSpPr>
            <a:spLocks noGrp="1"/>
          </p:cNvSpPr>
          <p:nvPr userDrawn="1"/>
        </p:nvSpPr>
        <p:spPr>
          <a:xfrm>
            <a:off x="3860800" y="6553200"/>
            <a:ext cx="4775200" cy="3048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t"/>
          <a:p>
            <a:pPr lvl="0" algn="ctr"/>
            <a:fld id="{9A0DB2DC-4C9A-4742-B13C-FB6460FD3503}" type="slidenum">
              <a:rPr lang="en-US" altLang="zh-CN" sz="1400" dirty="0">
                <a:latin typeface="Arial" panose="020B0604020202020204" pitchFamily="34" charset="0"/>
                <a:ea typeface="宋体" panose="02010600030101010101" pitchFamily="2" charset="-122"/>
              </a:rPr>
            </a:fld>
            <a:endParaRPr lang="en-US" altLang="zh-CN" sz="14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pic>
        <p:nvPicPr>
          <p:cNvPr id="8" name="图片 7" descr="&amp;pky8089305357&amp;"/>
          <p:cNvPicPr>
            <a:picLocks noChangeAspect="1"/>
          </p:cNvPicPr>
          <p:nvPr userDrawn="1"/>
        </p:nvPicPr>
        <p:blipFill>
          <a:blip r:embed="rId18"/>
          <a:stretch>
            <a:fillRect/>
          </a:stretch>
        </p:blipFill>
        <p:spPr>
          <a:xfrm>
            <a:off x="0" y="0"/>
            <a:ext cx="1491827" cy="745490"/>
          </a:xfrm>
          <a:prstGeom prst="rect">
            <a:avLst/>
          </a:prstGeom>
          <a:effectLst>
            <a:softEdge rad="63500"/>
          </a:effec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68" r:id="rId2"/>
    <p:sldLayoutId id="2147483669" r:id="rId3"/>
    <p:sldLayoutId id="2147483670" r:id="rId4"/>
    <p:sldLayoutId id="2147483671" r:id="rId5"/>
    <p:sldLayoutId id="2147483672" r:id="rId6"/>
    <p:sldLayoutId id="2147483673" r:id="rId7"/>
    <p:sldLayoutId id="2147483674" r:id="rId8"/>
    <p:sldLayoutId id="2147483675" r:id="rId9"/>
    <p:sldLayoutId id="2147483676" r:id="rId10"/>
    <p:sldLayoutId id="2147483677" r:id="rId11"/>
    <p:sldLayoutId id="2147483678" r:id="rId12"/>
    <p:sldLayoutId id="2147483679" r:id="rId13"/>
    <p:sldLayoutId id="2147483680" r:id="rId14"/>
    <p:sldLayoutId id="2147483681" r:id="rId15"/>
    <p:sldLayoutId id="2147483682" r:id="rId16"/>
    <p:sldLayoutId id="2147483683" r:id="rId17"/>
  </p:sldLayoutIdLst>
  <p:transition/>
  <p:hf sldNum="0"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tx1"/>
          </a:solidFill>
          <a:latin typeface="隶书" panose="02010509060101010101" pitchFamily="49" charset="-122"/>
          <a:ea typeface="隶书" panose="02010509060101010101" pitchFamily="49" charset="-122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rgbClr val="FFFF00"/>
          </a:solidFill>
          <a:latin typeface="Arial" panose="020B0604020202020204" pitchFamily="34" charset="0"/>
          <a:ea typeface="宋体" panose="02010600030101010101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rgbClr val="FFFF00"/>
          </a:solidFill>
          <a:latin typeface="Arial" panose="020B0604020202020204" pitchFamily="34" charset="0"/>
          <a:ea typeface="宋体" panose="02010600030101010101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rgbClr val="FFFF00"/>
          </a:solidFill>
          <a:latin typeface="Arial" panose="020B0604020202020204" pitchFamily="34" charset="0"/>
          <a:ea typeface="宋体" panose="02010600030101010101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rgbClr val="FFFF00"/>
          </a:solidFill>
          <a:latin typeface="Arial" panose="020B0604020202020204" pitchFamily="34" charset="0"/>
          <a:ea typeface="宋体" panose="02010600030101010101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 b="1">
          <a:solidFill>
            <a:srgbClr val="FFFF00"/>
          </a:solidFill>
          <a:latin typeface="Arial" panose="020B0604020202020204" pitchFamily="34" charset="0"/>
          <a:ea typeface="宋体" panose="02010600030101010101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 b="1">
          <a:solidFill>
            <a:srgbClr val="FFFF00"/>
          </a:solidFill>
          <a:latin typeface="Arial" panose="020B0604020202020204" pitchFamily="34" charset="0"/>
          <a:ea typeface="宋体" panose="02010600030101010101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 b="1">
          <a:solidFill>
            <a:srgbClr val="FFFF00"/>
          </a:solidFill>
          <a:latin typeface="Arial" panose="020B0604020202020204" pitchFamily="34" charset="0"/>
          <a:ea typeface="宋体" panose="02010600030101010101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 b="1">
          <a:solidFill>
            <a:srgbClr val="FFFF00"/>
          </a:solidFill>
          <a:latin typeface="Arial" panose="020B0604020202020204" pitchFamily="34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rgbClr val="00FF00"/>
        </a:buClr>
        <a:buFont typeface="Wingdings" panose="05000000000000000000" pitchFamily="2" charset="2"/>
        <a:buChar char="Ø"/>
        <a:defRPr sz="3200" b="1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Blip>
          <a:blip r:embed="rId19"/>
        </a:buBlip>
        <a:defRPr sz="2800" b="1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Blip>
          <a:blip r:embed="rId19"/>
        </a:buBlip>
        <a:defRPr sz="2400" b="1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Blip>
          <a:blip r:embed="rId19"/>
        </a:buBlip>
        <a:defRPr sz="2000" b="1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Blip>
          <a:blip r:embed="rId19"/>
        </a:buBlip>
        <a:defRPr sz="2000" b="1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Blip>
          <a:blip r:embed="rId19"/>
        </a:buBlip>
        <a:defRPr sz="2000" b="1">
          <a:solidFill>
            <a:srgbClr val="FFFF00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Blip>
          <a:blip r:embed="rId19"/>
        </a:buBlip>
        <a:defRPr sz="2000" b="1">
          <a:solidFill>
            <a:srgbClr val="FFFF00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Blip>
          <a:blip r:embed="rId19"/>
        </a:buBlip>
        <a:defRPr sz="2000" b="1">
          <a:solidFill>
            <a:srgbClr val="FFFF00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Blip>
          <a:blip r:embed="rId19"/>
        </a:buBlip>
        <a:defRPr sz="2000" b="1">
          <a:solidFill>
            <a:srgbClr val="FFFF00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/>
      <p:sp>
        <p:nvSpPr>
          <p:cNvPr id="14" name="双波形 13"/>
          <p:cNvSpPr/>
          <p:nvPr userDrawn="1"/>
        </p:nvSpPr>
        <p:spPr>
          <a:xfrm>
            <a:off x="59267" y="725805"/>
            <a:ext cx="11082020" cy="120015"/>
          </a:xfrm>
          <a:prstGeom prst="doubleWave">
            <a:avLst>
              <a:gd name="adj1" fmla="val 6250"/>
              <a:gd name="adj2" fmla="val 0"/>
            </a:avLst>
          </a:prstGeom>
          <a:gradFill>
            <a:gsLst>
              <a:gs pos="0">
                <a:srgbClr val="FE4444"/>
              </a:gs>
              <a:gs pos="100000">
                <a:srgbClr val="832B2B"/>
              </a:gs>
            </a:gsLst>
            <a:lin ang="0" scaled="0"/>
          </a:gradFill>
          <a:ln>
            <a:noFill/>
          </a:ln>
          <a:effectLst>
            <a:softEdge rad="127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 fontAlgn="base"/>
            <a:endParaRPr lang="zh-CN" altLang="en-US" sz="3200" strike="noStrike" noProof="1"/>
          </a:p>
        </p:txBody>
      </p:sp>
      <p:sp>
        <p:nvSpPr>
          <p:cNvPr id="1026" name="Rectangle 2"/>
          <p:cNvSpPr>
            <a:spLocks noGrp="1"/>
          </p:cNvSpPr>
          <p:nvPr>
            <p:ph type="title"/>
          </p:nvPr>
        </p:nvSpPr>
        <p:spPr>
          <a:xfrm>
            <a:off x="609600" y="457200"/>
            <a:ext cx="10972800" cy="1143000"/>
          </a:xfrm>
          <a:prstGeom prst="rect">
            <a:avLst/>
          </a:prstGeom>
          <a:noFill/>
          <a:ln w="9525">
            <a:noFill/>
          </a:ln>
        </p:spPr>
        <p:txBody>
          <a:bodyPr anchor="ctr"/>
          <a:p>
            <a:pPr lvl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1027" name="Rectangle 3"/>
          <p:cNvSpPr>
            <a:spLocks noGrp="1"/>
          </p:cNvSpPr>
          <p:nvPr>
            <p:ph type="body"/>
          </p:nvPr>
        </p:nvSpPr>
        <p:spPr>
          <a:xfrm>
            <a:off x="609600" y="1600200"/>
            <a:ext cx="10972800" cy="4525963"/>
          </a:xfrm>
          <a:prstGeom prst="rect">
            <a:avLst/>
          </a:prstGeom>
          <a:noFill/>
          <a:ln w="9525">
            <a:noFill/>
          </a:ln>
        </p:spPr>
        <p:txBody>
          <a:bodyPr anchor="t"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 indent="-285750"/>
            <a:r>
              <a:rPr lang="zh-CN" altLang="en-US" dirty="0"/>
              <a:t>第二级</a:t>
            </a:r>
            <a:endParaRPr lang="zh-CN" altLang="en-US" dirty="0"/>
          </a:p>
          <a:p>
            <a:pPr lvl="2" indent="-228600"/>
            <a:r>
              <a:rPr lang="zh-CN" altLang="en-US" dirty="0"/>
              <a:t>第三级</a:t>
            </a:r>
            <a:endParaRPr lang="zh-CN" altLang="en-US" dirty="0"/>
          </a:p>
          <a:p>
            <a:pPr lvl="3" indent="-228600"/>
            <a:r>
              <a:rPr lang="zh-CN" altLang="en-US" dirty="0"/>
              <a:t>第四级</a:t>
            </a:r>
            <a:endParaRPr lang="zh-CN" altLang="en-US" dirty="0"/>
          </a:p>
          <a:p>
            <a:pPr lvl="4" indent="-228600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5225"/>
            <a:ext cx="28448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>
              <a:defRPr sz="1400">
                <a:latin typeface="+mn-lt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5225"/>
            <a:ext cx="38608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ctr">
              <a:defRPr sz="1400">
                <a:latin typeface="+mn-lt"/>
              </a:defRPr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5225"/>
            <a:ext cx="28448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>
              <a:defRPr sz="1400">
                <a:latin typeface="Arial" panose="020B0604020202020204" pitchFamily="34" charset="0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2AC53CD-A2F0-4746-AFA2-88787E7692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矩形 6"/>
          <p:cNvSpPr/>
          <p:nvPr userDrawn="1"/>
        </p:nvSpPr>
        <p:spPr bwMode="auto">
          <a:xfrm>
            <a:off x="0" y="6553199"/>
            <a:ext cx="12192000" cy="292101"/>
          </a:xfrm>
          <a:prstGeom prst="rect">
            <a:avLst/>
          </a:prstGeom>
          <a:gradFill>
            <a:gsLst>
              <a:gs pos="100000">
                <a:srgbClr val="B3CED5"/>
              </a:gs>
              <a:gs pos="0">
                <a:srgbClr val="DDE3D8"/>
              </a:gs>
            </a:gsLst>
            <a:lin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innerShdw blurRad="63500" dist="50800" dir="13500000">
              <a:prstClr val="black">
                <a:alpha val="50000"/>
              </a:prstClr>
            </a:innerShdw>
          </a:effectLst>
        </p:spPr>
        <p:txBody>
          <a:bodyPr>
            <a:scene3d>
              <a:camera prst="orthographicFront"/>
              <a:lightRig rig="threePt" dir="t"/>
            </a:scene3d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400" b="0" i="0" u="none" strike="noStrike" kern="1200" cap="none" spc="0" normalizeH="0" baseline="0" noProof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Rectangle 5"/>
          <p:cNvSpPr txBox="1">
            <a:spLocks noChangeArrowheads="1"/>
          </p:cNvSpPr>
          <p:nvPr userDrawn="1"/>
        </p:nvSpPr>
        <p:spPr bwMode="auto">
          <a:xfrm>
            <a:off x="8331200" y="6561138"/>
            <a:ext cx="3860800" cy="304800"/>
          </a:xfrm>
          <a:prstGeom prst="rect">
            <a:avLst/>
          </a:prstGeom>
          <a:noFill/>
          <a:ln>
            <a:noFill/>
          </a:ln>
          <a:effectLst/>
        </p:spPr>
        <p:txBody>
          <a:bodyPr/>
          <a:lstStyle>
            <a:defPPr>
              <a:defRPr lang="zh-CN"/>
            </a:defPPr>
            <a:lvl1pPr algn="ctr" rtl="0" eaLnBrk="1" fontAlgn="base" hangingPunct="1">
              <a:spcBef>
                <a:spcPct val="0"/>
              </a:spcBef>
              <a:spcAft>
                <a:spcPct val="0"/>
              </a:spcAft>
              <a:defRPr sz="1400" b="0" kern="1200">
                <a:solidFill>
                  <a:schemeClr val="accent1">
                    <a:lumMod val="50000"/>
                  </a:schemeClr>
                </a:solidFill>
                <a:latin typeface="隶书" panose="02010509060101010101" pitchFamily="49" charset="-122"/>
                <a:ea typeface="隶书" panose="02010509060101010101" pitchFamily="49" charset="-122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1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隶书" panose="02010509060101010101" pitchFamily="49" charset="-122"/>
                <a:ea typeface="隶书" panose="02010509060101010101" pitchFamily="49" charset="-122"/>
                <a:cs typeface="+mn-cs"/>
              </a:rPr>
              <a:t>厦门大学 高春仙</a:t>
            </a:r>
            <a:r>
              <a:rPr kumimoji="1" lang="en-US" altLang="zh-CN" sz="1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隶书" panose="02010509060101010101" pitchFamily="49" charset="-122"/>
                <a:ea typeface="隶书" panose="02010509060101010101" pitchFamily="49" charset="-122"/>
                <a:cs typeface="+mn-cs"/>
              </a:rPr>
              <a:t> </a:t>
            </a:r>
            <a:r>
              <a:rPr kumimoji="1" lang="zh-CN" altLang="en-US" sz="1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隶书" panose="02010509060101010101" pitchFamily="49" charset="-122"/>
                <a:ea typeface="隶书" panose="02010509060101010101" pitchFamily="49" charset="-122"/>
                <a:cs typeface="+mn-cs"/>
              </a:rPr>
              <a:t>苏为</a:t>
            </a:r>
            <a:endParaRPr kumimoji="1" lang="zh-CN" altLang="en-US" sz="14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隶书" panose="02010509060101010101" pitchFamily="49" charset="-122"/>
              <a:ea typeface="隶书" panose="02010509060101010101" pitchFamily="49" charset="-122"/>
              <a:cs typeface="+mn-cs"/>
            </a:endParaRPr>
          </a:p>
        </p:txBody>
      </p:sp>
      <p:sp>
        <p:nvSpPr>
          <p:cNvPr id="1034" name="Rectangle 6"/>
          <p:cNvSpPr>
            <a:spLocks noGrp="1"/>
          </p:cNvSpPr>
          <p:nvPr userDrawn="1"/>
        </p:nvSpPr>
        <p:spPr>
          <a:xfrm>
            <a:off x="3860800" y="6553200"/>
            <a:ext cx="4775200" cy="3048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t"/>
          <a:p>
            <a:pPr lvl="0" algn="ctr"/>
            <a:fld id="{9A0DB2DC-4C9A-4742-B13C-FB6460FD3503}" type="slidenum">
              <a:rPr lang="en-US" altLang="zh-CN" sz="1400" dirty="0">
                <a:latin typeface="Arial" panose="020B0604020202020204" pitchFamily="34" charset="0"/>
                <a:ea typeface="宋体" panose="02010600030101010101" pitchFamily="2" charset="-122"/>
              </a:rPr>
            </a:fld>
            <a:endParaRPr lang="en-US" altLang="zh-CN" sz="14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pic>
        <p:nvPicPr>
          <p:cNvPr id="8" name="图片 7" descr="&amp;pky8089305357&amp;"/>
          <p:cNvPicPr>
            <a:picLocks noChangeAspect="1"/>
          </p:cNvPicPr>
          <p:nvPr userDrawn="1"/>
        </p:nvPicPr>
        <p:blipFill>
          <a:blip r:embed="rId18"/>
          <a:stretch>
            <a:fillRect/>
          </a:stretch>
        </p:blipFill>
        <p:spPr>
          <a:xfrm>
            <a:off x="0" y="0"/>
            <a:ext cx="1491827" cy="745490"/>
          </a:xfrm>
          <a:prstGeom prst="rect">
            <a:avLst/>
          </a:prstGeom>
          <a:effectLst>
            <a:softEdge rad="63500"/>
          </a:effec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  <p:sldLayoutId id="2147483696" r:id="rId12"/>
    <p:sldLayoutId id="2147483697" r:id="rId13"/>
    <p:sldLayoutId id="2147483698" r:id="rId14"/>
    <p:sldLayoutId id="2147483699" r:id="rId15"/>
    <p:sldLayoutId id="2147483700" r:id="rId16"/>
    <p:sldLayoutId id="2147483701" r:id="rId17"/>
  </p:sldLayoutIdLst>
  <p:transition/>
  <p:hf sldNum="0"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tx1"/>
          </a:solidFill>
          <a:latin typeface="隶书" panose="02010509060101010101" pitchFamily="49" charset="-122"/>
          <a:ea typeface="隶书" panose="02010509060101010101" pitchFamily="49" charset="-122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rgbClr val="FFFF00"/>
          </a:solidFill>
          <a:latin typeface="Arial" panose="020B0604020202020204" pitchFamily="34" charset="0"/>
          <a:ea typeface="宋体" panose="02010600030101010101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rgbClr val="FFFF00"/>
          </a:solidFill>
          <a:latin typeface="Arial" panose="020B0604020202020204" pitchFamily="34" charset="0"/>
          <a:ea typeface="宋体" panose="02010600030101010101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rgbClr val="FFFF00"/>
          </a:solidFill>
          <a:latin typeface="Arial" panose="020B0604020202020204" pitchFamily="34" charset="0"/>
          <a:ea typeface="宋体" panose="02010600030101010101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rgbClr val="FFFF00"/>
          </a:solidFill>
          <a:latin typeface="Arial" panose="020B0604020202020204" pitchFamily="34" charset="0"/>
          <a:ea typeface="宋体" panose="02010600030101010101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 b="1">
          <a:solidFill>
            <a:srgbClr val="FFFF00"/>
          </a:solidFill>
          <a:latin typeface="Arial" panose="020B0604020202020204" pitchFamily="34" charset="0"/>
          <a:ea typeface="宋体" panose="02010600030101010101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 b="1">
          <a:solidFill>
            <a:srgbClr val="FFFF00"/>
          </a:solidFill>
          <a:latin typeface="Arial" panose="020B0604020202020204" pitchFamily="34" charset="0"/>
          <a:ea typeface="宋体" panose="02010600030101010101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 b="1">
          <a:solidFill>
            <a:srgbClr val="FFFF00"/>
          </a:solidFill>
          <a:latin typeface="Arial" panose="020B0604020202020204" pitchFamily="34" charset="0"/>
          <a:ea typeface="宋体" panose="02010600030101010101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 b="1">
          <a:solidFill>
            <a:srgbClr val="FFFF00"/>
          </a:solidFill>
          <a:latin typeface="Arial" panose="020B0604020202020204" pitchFamily="34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rgbClr val="00FF00"/>
        </a:buClr>
        <a:buFont typeface="Wingdings" panose="05000000000000000000" pitchFamily="2" charset="2"/>
        <a:buChar char="Ø"/>
        <a:defRPr sz="3200" b="1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Blip>
          <a:blip r:embed="rId19"/>
        </a:buBlip>
        <a:defRPr sz="2800" b="1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Blip>
          <a:blip r:embed="rId19"/>
        </a:buBlip>
        <a:defRPr sz="2400" b="1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Blip>
          <a:blip r:embed="rId19"/>
        </a:buBlip>
        <a:defRPr sz="2000" b="1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Blip>
          <a:blip r:embed="rId19"/>
        </a:buBlip>
        <a:defRPr sz="2000" b="1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Blip>
          <a:blip r:embed="rId19"/>
        </a:buBlip>
        <a:defRPr sz="2000" b="1">
          <a:solidFill>
            <a:srgbClr val="FFFF00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Blip>
          <a:blip r:embed="rId19"/>
        </a:buBlip>
        <a:defRPr sz="2000" b="1">
          <a:solidFill>
            <a:srgbClr val="FFFF00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Blip>
          <a:blip r:embed="rId19"/>
        </a:buBlip>
        <a:defRPr sz="2000" b="1">
          <a:solidFill>
            <a:srgbClr val="FFFF00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Blip>
          <a:blip r:embed="rId19"/>
        </a:buBlip>
        <a:defRPr sz="2000" b="1">
          <a:solidFill>
            <a:srgbClr val="FFFF00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/>
      <p:sp>
        <p:nvSpPr>
          <p:cNvPr id="14" name="双波形 13"/>
          <p:cNvSpPr/>
          <p:nvPr userDrawn="1"/>
        </p:nvSpPr>
        <p:spPr>
          <a:xfrm>
            <a:off x="59267" y="725805"/>
            <a:ext cx="11082020" cy="120015"/>
          </a:xfrm>
          <a:prstGeom prst="doubleWave">
            <a:avLst>
              <a:gd name="adj1" fmla="val 6250"/>
              <a:gd name="adj2" fmla="val 0"/>
            </a:avLst>
          </a:prstGeom>
          <a:gradFill>
            <a:gsLst>
              <a:gs pos="0">
                <a:srgbClr val="FE4444"/>
              </a:gs>
              <a:gs pos="100000">
                <a:srgbClr val="832B2B"/>
              </a:gs>
            </a:gsLst>
            <a:lin ang="0" scaled="0"/>
          </a:gradFill>
          <a:ln>
            <a:noFill/>
          </a:ln>
          <a:effectLst>
            <a:softEdge rad="127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 fontAlgn="base"/>
            <a:endParaRPr lang="zh-CN" altLang="en-US" sz="3200" strike="noStrike" noProof="1"/>
          </a:p>
        </p:txBody>
      </p:sp>
      <p:sp>
        <p:nvSpPr>
          <p:cNvPr id="1026" name="Rectangle 2"/>
          <p:cNvSpPr>
            <a:spLocks noGrp="1"/>
          </p:cNvSpPr>
          <p:nvPr>
            <p:ph type="title"/>
          </p:nvPr>
        </p:nvSpPr>
        <p:spPr>
          <a:xfrm>
            <a:off x="609600" y="457200"/>
            <a:ext cx="10972800" cy="1143000"/>
          </a:xfrm>
          <a:prstGeom prst="rect">
            <a:avLst/>
          </a:prstGeom>
          <a:noFill/>
          <a:ln w="9525">
            <a:noFill/>
          </a:ln>
        </p:spPr>
        <p:txBody>
          <a:bodyPr anchor="ctr"/>
          <a:p>
            <a:pPr lvl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1027" name="Rectangle 3"/>
          <p:cNvSpPr>
            <a:spLocks noGrp="1"/>
          </p:cNvSpPr>
          <p:nvPr>
            <p:ph type="body"/>
          </p:nvPr>
        </p:nvSpPr>
        <p:spPr>
          <a:xfrm>
            <a:off x="609600" y="1600200"/>
            <a:ext cx="10972800" cy="4525963"/>
          </a:xfrm>
          <a:prstGeom prst="rect">
            <a:avLst/>
          </a:prstGeom>
          <a:noFill/>
          <a:ln w="9525">
            <a:noFill/>
          </a:ln>
        </p:spPr>
        <p:txBody>
          <a:bodyPr anchor="t"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 indent="-285750"/>
            <a:r>
              <a:rPr lang="zh-CN" altLang="en-US" dirty="0"/>
              <a:t>第二级</a:t>
            </a:r>
            <a:endParaRPr lang="zh-CN" altLang="en-US" dirty="0"/>
          </a:p>
          <a:p>
            <a:pPr lvl="2" indent="-228600"/>
            <a:r>
              <a:rPr lang="zh-CN" altLang="en-US" dirty="0"/>
              <a:t>第三级</a:t>
            </a:r>
            <a:endParaRPr lang="zh-CN" altLang="en-US" dirty="0"/>
          </a:p>
          <a:p>
            <a:pPr lvl="3" indent="-228600"/>
            <a:r>
              <a:rPr lang="zh-CN" altLang="en-US" dirty="0"/>
              <a:t>第四级</a:t>
            </a:r>
            <a:endParaRPr lang="zh-CN" altLang="en-US" dirty="0"/>
          </a:p>
          <a:p>
            <a:pPr lvl="4" indent="-228600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5225"/>
            <a:ext cx="28448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>
              <a:defRPr sz="1400">
                <a:latin typeface="+mn-lt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5225"/>
            <a:ext cx="38608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ctr">
              <a:defRPr sz="1400">
                <a:latin typeface="+mn-lt"/>
              </a:defRPr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5225"/>
            <a:ext cx="28448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>
              <a:defRPr sz="1400">
                <a:latin typeface="Arial" panose="020B0604020202020204" pitchFamily="34" charset="0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2AC53CD-A2F0-4746-AFA2-88787E7692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矩形 6"/>
          <p:cNvSpPr/>
          <p:nvPr userDrawn="1"/>
        </p:nvSpPr>
        <p:spPr bwMode="auto">
          <a:xfrm>
            <a:off x="0" y="6553199"/>
            <a:ext cx="12192000" cy="292101"/>
          </a:xfrm>
          <a:prstGeom prst="rect">
            <a:avLst/>
          </a:prstGeom>
          <a:gradFill>
            <a:gsLst>
              <a:gs pos="100000">
                <a:srgbClr val="B3CED5"/>
              </a:gs>
              <a:gs pos="0">
                <a:srgbClr val="DDE3D8"/>
              </a:gs>
            </a:gsLst>
            <a:lin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innerShdw blurRad="63500" dist="50800" dir="13500000">
              <a:prstClr val="black">
                <a:alpha val="50000"/>
              </a:prstClr>
            </a:innerShdw>
          </a:effectLst>
        </p:spPr>
        <p:txBody>
          <a:bodyPr>
            <a:scene3d>
              <a:camera prst="orthographicFront"/>
              <a:lightRig rig="threePt" dir="t"/>
            </a:scene3d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400" b="0" i="0" u="none" strike="noStrike" kern="1200" cap="none" spc="0" normalizeH="0" baseline="0" noProof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Rectangle 5"/>
          <p:cNvSpPr txBox="1">
            <a:spLocks noChangeArrowheads="1"/>
          </p:cNvSpPr>
          <p:nvPr userDrawn="1"/>
        </p:nvSpPr>
        <p:spPr bwMode="auto">
          <a:xfrm>
            <a:off x="8331200" y="6561138"/>
            <a:ext cx="3860800" cy="304800"/>
          </a:xfrm>
          <a:prstGeom prst="rect">
            <a:avLst/>
          </a:prstGeom>
          <a:noFill/>
          <a:ln>
            <a:noFill/>
          </a:ln>
          <a:effectLst/>
        </p:spPr>
        <p:txBody>
          <a:bodyPr/>
          <a:lstStyle>
            <a:defPPr>
              <a:defRPr lang="zh-CN"/>
            </a:defPPr>
            <a:lvl1pPr algn="ctr" rtl="0" eaLnBrk="1" fontAlgn="base" hangingPunct="1">
              <a:spcBef>
                <a:spcPct val="0"/>
              </a:spcBef>
              <a:spcAft>
                <a:spcPct val="0"/>
              </a:spcAft>
              <a:defRPr sz="1400" b="0" kern="1200">
                <a:solidFill>
                  <a:schemeClr val="accent1">
                    <a:lumMod val="50000"/>
                  </a:schemeClr>
                </a:solidFill>
                <a:latin typeface="隶书" panose="02010509060101010101" pitchFamily="49" charset="-122"/>
                <a:ea typeface="隶书" panose="02010509060101010101" pitchFamily="49" charset="-122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1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隶书" panose="02010509060101010101" pitchFamily="49" charset="-122"/>
                <a:ea typeface="隶书" panose="02010509060101010101" pitchFamily="49" charset="-122"/>
                <a:cs typeface="+mn-cs"/>
              </a:rPr>
              <a:t>厦门大学 高春仙</a:t>
            </a:r>
            <a:r>
              <a:rPr kumimoji="1" lang="en-US" altLang="zh-CN" sz="1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隶书" panose="02010509060101010101" pitchFamily="49" charset="-122"/>
                <a:ea typeface="隶书" panose="02010509060101010101" pitchFamily="49" charset="-122"/>
                <a:cs typeface="+mn-cs"/>
              </a:rPr>
              <a:t> </a:t>
            </a:r>
            <a:r>
              <a:rPr kumimoji="1" lang="zh-CN" altLang="en-US" sz="1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隶书" panose="02010509060101010101" pitchFamily="49" charset="-122"/>
                <a:ea typeface="隶书" panose="02010509060101010101" pitchFamily="49" charset="-122"/>
                <a:cs typeface="+mn-cs"/>
              </a:rPr>
              <a:t>苏为</a:t>
            </a:r>
            <a:endParaRPr kumimoji="1" lang="zh-CN" altLang="en-US" sz="14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隶书" panose="02010509060101010101" pitchFamily="49" charset="-122"/>
              <a:ea typeface="隶书" panose="02010509060101010101" pitchFamily="49" charset="-122"/>
              <a:cs typeface="+mn-cs"/>
            </a:endParaRPr>
          </a:p>
        </p:txBody>
      </p:sp>
      <p:sp>
        <p:nvSpPr>
          <p:cNvPr id="1034" name="Rectangle 6"/>
          <p:cNvSpPr>
            <a:spLocks noGrp="1"/>
          </p:cNvSpPr>
          <p:nvPr userDrawn="1"/>
        </p:nvSpPr>
        <p:spPr>
          <a:xfrm>
            <a:off x="3860800" y="6553200"/>
            <a:ext cx="4775200" cy="3048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t"/>
          <a:p>
            <a:pPr lvl="0" algn="ctr"/>
            <a:fld id="{9A0DB2DC-4C9A-4742-B13C-FB6460FD3503}" type="slidenum">
              <a:rPr lang="en-US" altLang="zh-CN" sz="1400" dirty="0">
                <a:latin typeface="Arial" panose="020B0604020202020204" pitchFamily="34" charset="0"/>
                <a:ea typeface="宋体" panose="02010600030101010101" pitchFamily="2" charset="-122"/>
              </a:rPr>
            </a:fld>
            <a:endParaRPr lang="en-US" altLang="zh-CN" sz="14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pic>
        <p:nvPicPr>
          <p:cNvPr id="8" name="图片 7" descr="&amp;pky8089305357&amp;"/>
          <p:cNvPicPr>
            <a:picLocks noChangeAspect="1"/>
          </p:cNvPicPr>
          <p:nvPr userDrawn="1"/>
        </p:nvPicPr>
        <p:blipFill>
          <a:blip r:embed="rId18"/>
          <a:stretch>
            <a:fillRect/>
          </a:stretch>
        </p:blipFill>
        <p:spPr>
          <a:xfrm>
            <a:off x="0" y="0"/>
            <a:ext cx="1491827" cy="745490"/>
          </a:xfrm>
          <a:prstGeom prst="rect">
            <a:avLst/>
          </a:prstGeom>
          <a:effectLst>
            <a:softEdge rad="63500"/>
          </a:effec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03" r:id="rId1"/>
    <p:sldLayoutId id="2147483704" r:id="rId2"/>
    <p:sldLayoutId id="2147483705" r:id="rId3"/>
    <p:sldLayoutId id="2147483706" r:id="rId4"/>
    <p:sldLayoutId id="2147483707" r:id="rId5"/>
    <p:sldLayoutId id="2147483708" r:id="rId6"/>
    <p:sldLayoutId id="2147483709" r:id="rId7"/>
    <p:sldLayoutId id="2147483710" r:id="rId8"/>
    <p:sldLayoutId id="2147483711" r:id="rId9"/>
    <p:sldLayoutId id="2147483712" r:id="rId10"/>
    <p:sldLayoutId id="2147483713" r:id="rId11"/>
    <p:sldLayoutId id="2147483714" r:id="rId12"/>
    <p:sldLayoutId id="2147483715" r:id="rId13"/>
    <p:sldLayoutId id="2147483716" r:id="rId14"/>
    <p:sldLayoutId id="2147483717" r:id="rId15"/>
    <p:sldLayoutId id="2147483718" r:id="rId16"/>
    <p:sldLayoutId id="2147483719" r:id="rId17"/>
  </p:sldLayoutIdLst>
  <p:transition/>
  <p:hf sldNum="0"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tx1"/>
          </a:solidFill>
          <a:latin typeface="隶书" panose="02010509060101010101" pitchFamily="49" charset="-122"/>
          <a:ea typeface="隶书" panose="02010509060101010101" pitchFamily="49" charset="-122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rgbClr val="FFFF00"/>
          </a:solidFill>
          <a:latin typeface="Arial" panose="020B0604020202020204" pitchFamily="34" charset="0"/>
          <a:ea typeface="宋体" panose="02010600030101010101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rgbClr val="FFFF00"/>
          </a:solidFill>
          <a:latin typeface="Arial" panose="020B0604020202020204" pitchFamily="34" charset="0"/>
          <a:ea typeface="宋体" panose="02010600030101010101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rgbClr val="FFFF00"/>
          </a:solidFill>
          <a:latin typeface="Arial" panose="020B0604020202020204" pitchFamily="34" charset="0"/>
          <a:ea typeface="宋体" panose="02010600030101010101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rgbClr val="FFFF00"/>
          </a:solidFill>
          <a:latin typeface="Arial" panose="020B0604020202020204" pitchFamily="34" charset="0"/>
          <a:ea typeface="宋体" panose="02010600030101010101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 b="1">
          <a:solidFill>
            <a:srgbClr val="FFFF00"/>
          </a:solidFill>
          <a:latin typeface="Arial" panose="020B0604020202020204" pitchFamily="34" charset="0"/>
          <a:ea typeface="宋体" panose="02010600030101010101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 b="1">
          <a:solidFill>
            <a:srgbClr val="FFFF00"/>
          </a:solidFill>
          <a:latin typeface="Arial" panose="020B0604020202020204" pitchFamily="34" charset="0"/>
          <a:ea typeface="宋体" panose="02010600030101010101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 b="1">
          <a:solidFill>
            <a:srgbClr val="FFFF00"/>
          </a:solidFill>
          <a:latin typeface="Arial" panose="020B0604020202020204" pitchFamily="34" charset="0"/>
          <a:ea typeface="宋体" panose="02010600030101010101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 b="1">
          <a:solidFill>
            <a:srgbClr val="FFFF00"/>
          </a:solidFill>
          <a:latin typeface="Arial" panose="020B0604020202020204" pitchFamily="34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rgbClr val="00FF00"/>
        </a:buClr>
        <a:buFont typeface="Wingdings" panose="05000000000000000000" pitchFamily="2" charset="2"/>
        <a:buChar char="Ø"/>
        <a:defRPr sz="3200" b="1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Blip>
          <a:blip r:embed="rId19"/>
        </a:buBlip>
        <a:defRPr sz="2800" b="1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Blip>
          <a:blip r:embed="rId19"/>
        </a:buBlip>
        <a:defRPr sz="2400" b="1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Blip>
          <a:blip r:embed="rId19"/>
        </a:buBlip>
        <a:defRPr sz="2000" b="1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Blip>
          <a:blip r:embed="rId19"/>
        </a:buBlip>
        <a:defRPr sz="2000" b="1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Blip>
          <a:blip r:embed="rId19"/>
        </a:buBlip>
        <a:defRPr sz="2000" b="1">
          <a:solidFill>
            <a:srgbClr val="FFFF00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Blip>
          <a:blip r:embed="rId19"/>
        </a:buBlip>
        <a:defRPr sz="2000" b="1">
          <a:solidFill>
            <a:srgbClr val="FFFF00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Blip>
          <a:blip r:embed="rId19"/>
        </a:buBlip>
        <a:defRPr sz="2000" b="1">
          <a:solidFill>
            <a:srgbClr val="FFFF00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Blip>
          <a:blip r:embed="rId19"/>
        </a:buBlip>
        <a:defRPr sz="2000" b="1">
          <a:solidFill>
            <a:srgbClr val="FFFF00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/>
      <p:sp>
        <p:nvSpPr>
          <p:cNvPr id="14" name="双波形 13"/>
          <p:cNvSpPr/>
          <p:nvPr userDrawn="1"/>
        </p:nvSpPr>
        <p:spPr>
          <a:xfrm>
            <a:off x="59267" y="725805"/>
            <a:ext cx="11082020" cy="120015"/>
          </a:xfrm>
          <a:prstGeom prst="doubleWave">
            <a:avLst>
              <a:gd name="adj1" fmla="val 6250"/>
              <a:gd name="adj2" fmla="val 0"/>
            </a:avLst>
          </a:prstGeom>
          <a:gradFill>
            <a:gsLst>
              <a:gs pos="0">
                <a:srgbClr val="FE4444"/>
              </a:gs>
              <a:gs pos="100000">
                <a:srgbClr val="832B2B"/>
              </a:gs>
            </a:gsLst>
            <a:lin ang="0" scaled="0"/>
          </a:gradFill>
          <a:ln>
            <a:noFill/>
          </a:ln>
          <a:effectLst>
            <a:softEdge rad="127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 fontAlgn="base"/>
            <a:endParaRPr lang="zh-CN" altLang="en-US" sz="3200" strike="noStrike" noProof="1"/>
          </a:p>
        </p:txBody>
      </p:sp>
      <p:sp>
        <p:nvSpPr>
          <p:cNvPr id="1026" name="Rectangle 2"/>
          <p:cNvSpPr>
            <a:spLocks noGrp="1"/>
          </p:cNvSpPr>
          <p:nvPr>
            <p:ph type="title"/>
          </p:nvPr>
        </p:nvSpPr>
        <p:spPr>
          <a:xfrm>
            <a:off x="609600" y="457200"/>
            <a:ext cx="10972800" cy="1143000"/>
          </a:xfrm>
          <a:prstGeom prst="rect">
            <a:avLst/>
          </a:prstGeom>
          <a:noFill/>
          <a:ln w="9525">
            <a:noFill/>
          </a:ln>
        </p:spPr>
        <p:txBody>
          <a:bodyPr anchor="ctr"/>
          <a:p>
            <a:pPr lvl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1027" name="Rectangle 3"/>
          <p:cNvSpPr>
            <a:spLocks noGrp="1"/>
          </p:cNvSpPr>
          <p:nvPr>
            <p:ph type="body"/>
          </p:nvPr>
        </p:nvSpPr>
        <p:spPr>
          <a:xfrm>
            <a:off x="609600" y="1600200"/>
            <a:ext cx="10972800" cy="4525963"/>
          </a:xfrm>
          <a:prstGeom prst="rect">
            <a:avLst/>
          </a:prstGeom>
          <a:noFill/>
          <a:ln w="9525">
            <a:noFill/>
          </a:ln>
        </p:spPr>
        <p:txBody>
          <a:bodyPr anchor="t"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 indent="-285750"/>
            <a:r>
              <a:rPr lang="zh-CN" altLang="en-US" dirty="0"/>
              <a:t>第二级</a:t>
            </a:r>
            <a:endParaRPr lang="zh-CN" altLang="en-US" dirty="0"/>
          </a:p>
          <a:p>
            <a:pPr lvl="2" indent="-228600"/>
            <a:r>
              <a:rPr lang="zh-CN" altLang="en-US" dirty="0"/>
              <a:t>第三级</a:t>
            </a:r>
            <a:endParaRPr lang="zh-CN" altLang="en-US" dirty="0"/>
          </a:p>
          <a:p>
            <a:pPr lvl="3" indent="-228600"/>
            <a:r>
              <a:rPr lang="zh-CN" altLang="en-US" dirty="0"/>
              <a:t>第四级</a:t>
            </a:r>
            <a:endParaRPr lang="zh-CN" altLang="en-US" dirty="0"/>
          </a:p>
          <a:p>
            <a:pPr lvl="4" indent="-228600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5225"/>
            <a:ext cx="28448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>
              <a:defRPr sz="1400">
                <a:latin typeface="+mn-lt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5225"/>
            <a:ext cx="38608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ctr">
              <a:defRPr sz="1400">
                <a:latin typeface="+mn-lt"/>
              </a:defRPr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5225"/>
            <a:ext cx="28448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>
              <a:defRPr sz="1400">
                <a:latin typeface="Arial" panose="020B0604020202020204" pitchFamily="34" charset="0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2AC53CD-A2F0-4746-AFA2-88787E7692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矩形 6"/>
          <p:cNvSpPr/>
          <p:nvPr userDrawn="1"/>
        </p:nvSpPr>
        <p:spPr bwMode="auto">
          <a:xfrm>
            <a:off x="0" y="6553199"/>
            <a:ext cx="12192000" cy="292101"/>
          </a:xfrm>
          <a:prstGeom prst="rect">
            <a:avLst/>
          </a:prstGeom>
          <a:gradFill>
            <a:gsLst>
              <a:gs pos="100000">
                <a:srgbClr val="B3CED5"/>
              </a:gs>
              <a:gs pos="0">
                <a:srgbClr val="DDE3D8"/>
              </a:gs>
            </a:gsLst>
            <a:lin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innerShdw blurRad="63500" dist="50800" dir="13500000">
              <a:prstClr val="black">
                <a:alpha val="50000"/>
              </a:prstClr>
            </a:innerShdw>
          </a:effectLst>
        </p:spPr>
        <p:txBody>
          <a:bodyPr>
            <a:scene3d>
              <a:camera prst="orthographicFront"/>
              <a:lightRig rig="threePt" dir="t"/>
            </a:scene3d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400" b="0" i="0" u="none" strike="noStrike" kern="1200" cap="none" spc="0" normalizeH="0" baseline="0" noProof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Rectangle 5"/>
          <p:cNvSpPr txBox="1">
            <a:spLocks noChangeArrowheads="1"/>
          </p:cNvSpPr>
          <p:nvPr userDrawn="1"/>
        </p:nvSpPr>
        <p:spPr bwMode="auto">
          <a:xfrm>
            <a:off x="8331200" y="6561138"/>
            <a:ext cx="3860800" cy="304800"/>
          </a:xfrm>
          <a:prstGeom prst="rect">
            <a:avLst/>
          </a:prstGeom>
          <a:noFill/>
          <a:ln>
            <a:noFill/>
          </a:ln>
          <a:effectLst/>
        </p:spPr>
        <p:txBody>
          <a:bodyPr/>
          <a:lstStyle>
            <a:defPPr>
              <a:defRPr lang="zh-CN"/>
            </a:defPPr>
            <a:lvl1pPr algn="ctr" rtl="0" eaLnBrk="1" fontAlgn="base" hangingPunct="1">
              <a:spcBef>
                <a:spcPct val="0"/>
              </a:spcBef>
              <a:spcAft>
                <a:spcPct val="0"/>
              </a:spcAft>
              <a:defRPr sz="1400" b="0" kern="1200">
                <a:solidFill>
                  <a:schemeClr val="accent1">
                    <a:lumMod val="50000"/>
                  </a:schemeClr>
                </a:solidFill>
                <a:latin typeface="隶书" panose="02010509060101010101" pitchFamily="49" charset="-122"/>
                <a:ea typeface="隶书" panose="02010509060101010101" pitchFamily="49" charset="-122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1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隶书" panose="02010509060101010101" pitchFamily="49" charset="-122"/>
                <a:ea typeface="隶书" panose="02010509060101010101" pitchFamily="49" charset="-122"/>
                <a:cs typeface="+mn-cs"/>
              </a:rPr>
              <a:t>厦门大学 高春仙</a:t>
            </a:r>
            <a:r>
              <a:rPr kumimoji="1" lang="en-US" altLang="zh-CN" sz="1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隶书" panose="02010509060101010101" pitchFamily="49" charset="-122"/>
                <a:ea typeface="隶书" panose="02010509060101010101" pitchFamily="49" charset="-122"/>
                <a:cs typeface="+mn-cs"/>
              </a:rPr>
              <a:t> </a:t>
            </a:r>
            <a:r>
              <a:rPr kumimoji="1" lang="zh-CN" altLang="en-US" sz="1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隶书" panose="02010509060101010101" pitchFamily="49" charset="-122"/>
                <a:ea typeface="隶书" panose="02010509060101010101" pitchFamily="49" charset="-122"/>
                <a:cs typeface="+mn-cs"/>
              </a:rPr>
              <a:t>苏为</a:t>
            </a:r>
            <a:endParaRPr kumimoji="1" lang="zh-CN" altLang="en-US" sz="14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隶书" panose="02010509060101010101" pitchFamily="49" charset="-122"/>
              <a:ea typeface="隶书" panose="02010509060101010101" pitchFamily="49" charset="-122"/>
              <a:cs typeface="+mn-cs"/>
            </a:endParaRPr>
          </a:p>
        </p:txBody>
      </p:sp>
      <p:sp>
        <p:nvSpPr>
          <p:cNvPr id="1034" name="Rectangle 6"/>
          <p:cNvSpPr>
            <a:spLocks noGrp="1"/>
          </p:cNvSpPr>
          <p:nvPr userDrawn="1"/>
        </p:nvSpPr>
        <p:spPr>
          <a:xfrm>
            <a:off x="3860800" y="6553200"/>
            <a:ext cx="4775200" cy="3048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t"/>
          <a:p>
            <a:pPr lvl="0" algn="ctr"/>
            <a:fld id="{9A0DB2DC-4C9A-4742-B13C-FB6460FD3503}" type="slidenum">
              <a:rPr lang="en-US" altLang="zh-CN" sz="1400" dirty="0">
                <a:latin typeface="Arial" panose="020B0604020202020204" pitchFamily="34" charset="0"/>
                <a:ea typeface="宋体" panose="02010600030101010101" pitchFamily="2" charset="-122"/>
              </a:rPr>
            </a:fld>
            <a:endParaRPr lang="en-US" altLang="zh-CN" sz="14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pic>
        <p:nvPicPr>
          <p:cNvPr id="8" name="图片 7" descr="&amp;pky8089305357&amp;"/>
          <p:cNvPicPr>
            <a:picLocks noChangeAspect="1"/>
          </p:cNvPicPr>
          <p:nvPr userDrawn="1"/>
        </p:nvPicPr>
        <p:blipFill>
          <a:blip r:embed="rId18"/>
          <a:stretch>
            <a:fillRect/>
          </a:stretch>
        </p:blipFill>
        <p:spPr>
          <a:xfrm>
            <a:off x="0" y="0"/>
            <a:ext cx="1491827" cy="745490"/>
          </a:xfrm>
          <a:prstGeom prst="rect">
            <a:avLst/>
          </a:prstGeom>
          <a:effectLst>
            <a:softEdge rad="63500"/>
          </a:effec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21" r:id="rId1"/>
    <p:sldLayoutId id="2147483722" r:id="rId2"/>
    <p:sldLayoutId id="2147483723" r:id="rId3"/>
    <p:sldLayoutId id="2147483724" r:id="rId4"/>
    <p:sldLayoutId id="2147483725" r:id="rId5"/>
    <p:sldLayoutId id="2147483726" r:id="rId6"/>
    <p:sldLayoutId id="2147483727" r:id="rId7"/>
    <p:sldLayoutId id="2147483728" r:id="rId8"/>
    <p:sldLayoutId id="2147483729" r:id="rId9"/>
    <p:sldLayoutId id="2147483730" r:id="rId10"/>
    <p:sldLayoutId id="2147483731" r:id="rId11"/>
    <p:sldLayoutId id="2147483732" r:id="rId12"/>
    <p:sldLayoutId id="2147483733" r:id="rId13"/>
    <p:sldLayoutId id="2147483734" r:id="rId14"/>
    <p:sldLayoutId id="2147483735" r:id="rId15"/>
    <p:sldLayoutId id="2147483736" r:id="rId16"/>
    <p:sldLayoutId id="2147483737" r:id="rId17"/>
  </p:sldLayoutIdLst>
  <p:transition/>
  <p:hf sldNum="0"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tx1"/>
          </a:solidFill>
          <a:latin typeface="隶书" panose="02010509060101010101" pitchFamily="49" charset="-122"/>
          <a:ea typeface="隶书" panose="02010509060101010101" pitchFamily="49" charset="-122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rgbClr val="FFFF00"/>
          </a:solidFill>
          <a:latin typeface="Arial" panose="020B0604020202020204" pitchFamily="34" charset="0"/>
          <a:ea typeface="宋体" panose="02010600030101010101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rgbClr val="FFFF00"/>
          </a:solidFill>
          <a:latin typeface="Arial" panose="020B0604020202020204" pitchFamily="34" charset="0"/>
          <a:ea typeface="宋体" panose="02010600030101010101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rgbClr val="FFFF00"/>
          </a:solidFill>
          <a:latin typeface="Arial" panose="020B0604020202020204" pitchFamily="34" charset="0"/>
          <a:ea typeface="宋体" panose="02010600030101010101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rgbClr val="FFFF00"/>
          </a:solidFill>
          <a:latin typeface="Arial" panose="020B0604020202020204" pitchFamily="34" charset="0"/>
          <a:ea typeface="宋体" panose="02010600030101010101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 b="1">
          <a:solidFill>
            <a:srgbClr val="FFFF00"/>
          </a:solidFill>
          <a:latin typeface="Arial" panose="020B0604020202020204" pitchFamily="34" charset="0"/>
          <a:ea typeface="宋体" panose="02010600030101010101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 b="1">
          <a:solidFill>
            <a:srgbClr val="FFFF00"/>
          </a:solidFill>
          <a:latin typeface="Arial" panose="020B0604020202020204" pitchFamily="34" charset="0"/>
          <a:ea typeface="宋体" panose="02010600030101010101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 b="1">
          <a:solidFill>
            <a:srgbClr val="FFFF00"/>
          </a:solidFill>
          <a:latin typeface="Arial" panose="020B0604020202020204" pitchFamily="34" charset="0"/>
          <a:ea typeface="宋体" panose="02010600030101010101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 b="1">
          <a:solidFill>
            <a:srgbClr val="FFFF00"/>
          </a:solidFill>
          <a:latin typeface="Arial" panose="020B0604020202020204" pitchFamily="34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rgbClr val="00FF00"/>
        </a:buClr>
        <a:buFont typeface="Wingdings" panose="05000000000000000000" pitchFamily="2" charset="2"/>
        <a:buChar char="Ø"/>
        <a:defRPr sz="3200" b="1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Blip>
          <a:blip r:embed="rId19"/>
        </a:buBlip>
        <a:defRPr sz="2800" b="1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Blip>
          <a:blip r:embed="rId19"/>
        </a:buBlip>
        <a:defRPr sz="2400" b="1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Blip>
          <a:blip r:embed="rId19"/>
        </a:buBlip>
        <a:defRPr sz="2000" b="1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Blip>
          <a:blip r:embed="rId19"/>
        </a:buBlip>
        <a:defRPr sz="2000" b="1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Blip>
          <a:blip r:embed="rId19"/>
        </a:buBlip>
        <a:defRPr sz="2000" b="1">
          <a:solidFill>
            <a:srgbClr val="FFFF00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Blip>
          <a:blip r:embed="rId19"/>
        </a:buBlip>
        <a:defRPr sz="2000" b="1">
          <a:solidFill>
            <a:srgbClr val="FFFF00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Blip>
          <a:blip r:embed="rId19"/>
        </a:buBlip>
        <a:defRPr sz="2000" b="1">
          <a:solidFill>
            <a:srgbClr val="FFFF00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Blip>
          <a:blip r:embed="rId19"/>
        </a:buBlip>
        <a:defRPr sz="2000" b="1">
          <a:solidFill>
            <a:srgbClr val="FFFF00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/>
      <p:sp>
        <p:nvSpPr>
          <p:cNvPr id="14" name="双波形 13"/>
          <p:cNvSpPr/>
          <p:nvPr userDrawn="1"/>
        </p:nvSpPr>
        <p:spPr>
          <a:xfrm>
            <a:off x="59267" y="725805"/>
            <a:ext cx="11082020" cy="120015"/>
          </a:xfrm>
          <a:prstGeom prst="doubleWave">
            <a:avLst>
              <a:gd name="adj1" fmla="val 6250"/>
              <a:gd name="adj2" fmla="val 0"/>
            </a:avLst>
          </a:prstGeom>
          <a:gradFill>
            <a:gsLst>
              <a:gs pos="0">
                <a:srgbClr val="FE4444"/>
              </a:gs>
              <a:gs pos="100000">
                <a:srgbClr val="832B2B"/>
              </a:gs>
            </a:gsLst>
            <a:lin ang="0" scaled="0"/>
          </a:gradFill>
          <a:ln>
            <a:noFill/>
          </a:ln>
          <a:effectLst>
            <a:softEdge rad="127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 fontAlgn="base"/>
            <a:endParaRPr lang="zh-CN" altLang="en-US" sz="3200" strike="noStrike" noProof="1"/>
          </a:p>
        </p:txBody>
      </p:sp>
      <p:sp>
        <p:nvSpPr>
          <p:cNvPr id="1026" name="Rectangle 2"/>
          <p:cNvSpPr>
            <a:spLocks noGrp="1"/>
          </p:cNvSpPr>
          <p:nvPr>
            <p:ph type="title"/>
          </p:nvPr>
        </p:nvSpPr>
        <p:spPr>
          <a:xfrm>
            <a:off x="609600" y="457200"/>
            <a:ext cx="10972800" cy="1143000"/>
          </a:xfrm>
          <a:prstGeom prst="rect">
            <a:avLst/>
          </a:prstGeom>
          <a:noFill/>
          <a:ln w="9525">
            <a:noFill/>
          </a:ln>
        </p:spPr>
        <p:txBody>
          <a:bodyPr anchor="ctr"/>
          <a:p>
            <a:pPr lvl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1027" name="Rectangle 3"/>
          <p:cNvSpPr>
            <a:spLocks noGrp="1"/>
          </p:cNvSpPr>
          <p:nvPr>
            <p:ph type="body"/>
          </p:nvPr>
        </p:nvSpPr>
        <p:spPr>
          <a:xfrm>
            <a:off x="609600" y="1600200"/>
            <a:ext cx="10972800" cy="4525963"/>
          </a:xfrm>
          <a:prstGeom prst="rect">
            <a:avLst/>
          </a:prstGeom>
          <a:noFill/>
          <a:ln w="9525">
            <a:noFill/>
          </a:ln>
        </p:spPr>
        <p:txBody>
          <a:bodyPr anchor="t"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 indent="-285750"/>
            <a:r>
              <a:rPr lang="zh-CN" altLang="en-US" dirty="0"/>
              <a:t>第二级</a:t>
            </a:r>
            <a:endParaRPr lang="zh-CN" altLang="en-US" dirty="0"/>
          </a:p>
          <a:p>
            <a:pPr lvl="2" indent="-228600"/>
            <a:r>
              <a:rPr lang="zh-CN" altLang="en-US" dirty="0"/>
              <a:t>第三级</a:t>
            </a:r>
            <a:endParaRPr lang="zh-CN" altLang="en-US" dirty="0"/>
          </a:p>
          <a:p>
            <a:pPr lvl="3" indent="-228600"/>
            <a:r>
              <a:rPr lang="zh-CN" altLang="en-US" dirty="0"/>
              <a:t>第四级</a:t>
            </a:r>
            <a:endParaRPr lang="zh-CN" altLang="en-US" dirty="0"/>
          </a:p>
          <a:p>
            <a:pPr lvl="4" indent="-228600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5225"/>
            <a:ext cx="28448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>
              <a:defRPr sz="1400">
                <a:latin typeface="+mn-lt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5225"/>
            <a:ext cx="38608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ctr">
              <a:defRPr sz="1400">
                <a:latin typeface="+mn-lt"/>
              </a:defRPr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5225"/>
            <a:ext cx="28448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>
              <a:defRPr sz="1400">
                <a:latin typeface="Arial" panose="020B0604020202020204" pitchFamily="34" charset="0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2AC53CD-A2F0-4746-AFA2-88787E7692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矩形 6"/>
          <p:cNvSpPr/>
          <p:nvPr userDrawn="1"/>
        </p:nvSpPr>
        <p:spPr bwMode="auto">
          <a:xfrm>
            <a:off x="0" y="6553199"/>
            <a:ext cx="12192000" cy="292101"/>
          </a:xfrm>
          <a:prstGeom prst="rect">
            <a:avLst/>
          </a:prstGeom>
          <a:gradFill>
            <a:gsLst>
              <a:gs pos="100000">
                <a:srgbClr val="B3CED5"/>
              </a:gs>
              <a:gs pos="0">
                <a:srgbClr val="DDE3D8"/>
              </a:gs>
            </a:gsLst>
            <a:lin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innerShdw blurRad="63500" dist="50800" dir="13500000">
              <a:prstClr val="black">
                <a:alpha val="50000"/>
              </a:prstClr>
            </a:innerShdw>
          </a:effectLst>
        </p:spPr>
        <p:txBody>
          <a:bodyPr>
            <a:scene3d>
              <a:camera prst="orthographicFront"/>
              <a:lightRig rig="threePt" dir="t"/>
            </a:scene3d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400" b="0" i="0" u="none" strike="noStrike" kern="1200" cap="none" spc="0" normalizeH="0" baseline="0" noProof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Rectangle 5"/>
          <p:cNvSpPr txBox="1">
            <a:spLocks noChangeArrowheads="1"/>
          </p:cNvSpPr>
          <p:nvPr userDrawn="1"/>
        </p:nvSpPr>
        <p:spPr bwMode="auto">
          <a:xfrm>
            <a:off x="8331200" y="6561138"/>
            <a:ext cx="3860800" cy="304800"/>
          </a:xfrm>
          <a:prstGeom prst="rect">
            <a:avLst/>
          </a:prstGeom>
          <a:noFill/>
          <a:ln>
            <a:noFill/>
          </a:ln>
          <a:effectLst/>
        </p:spPr>
        <p:txBody>
          <a:bodyPr/>
          <a:lstStyle>
            <a:defPPr>
              <a:defRPr lang="zh-CN"/>
            </a:defPPr>
            <a:lvl1pPr algn="ctr" rtl="0" eaLnBrk="1" fontAlgn="base" hangingPunct="1">
              <a:spcBef>
                <a:spcPct val="0"/>
              </a:spcBef>
              <a:spcAft>
                <a:spcPct val="0"/>
              </a:spcAft>
              <a:defRPr sz="1400" b="0" kern="1200">
                <a:solidFill>
                  <a:schemeClr val="accent1">
                    <a:lumMod val="50000"/>
                  </a:schemeClr>
                </a:solidFill>
                <a:latin typeface="隶书" panose="02010509060101010101" pitchFamily="49" charset="-122"/>
                <a:ea typeface="隶书" panose="02010509060101010101" pitchFamily="49" charset="-122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1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隶书" panose="02010509060101010101" pitchFamily="49" charset="-122"/>
                <a:ea typeface="隶书" panose="02010509060101010101" pitchFamily="49" charset="-122"/>
                <a:cs typeface="+mn-cs"/>
              </a:rPr>
              <a:t>厦门大学 高春仙</a:t>
            </a:r>
            <a:r>
              <a:rPr kumimoji="1" lang="en-US" altLang="zh-CN" sz="1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隶书" panose="02010509060101010101" pitchFamily="49" charset="-122"/>
                <a:ea typeface="隶书" panose="02010509060101010101" pitchFamily="49" charset="-122"/>
                <a:cs typeface="+mn-cs"/>
              </a:rPr>
              <a:t> </a:t>
            </a:r>
            <a:r>
              <a:rPr kumimoji="1" lang="zh-CN" altLang="en-US" sz="1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隶书" panose="02010509060101010101" pitchFamily="49" charset="-122"/>
                <a:ea typeface="隶书" panose="02010509060101010101" pitchFamily="49" charset="-122"/>
                <a:cs typeface="+mn-cs"/>
              </a:rPr>
              <a:t>苏为</a:t>
            </a:r>
            <a:endParaRPr kumimoji="1" lang="zh-CN" altLang="en-US" sz="14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隶书" panose="02010509060101010101" pitchFamily="49" charset="-122"/>
              <a:ea typeface="隶书" panose="02010509060101010101" pitchFamily="49" charset="-122"/>
              <a:cs typeface="+mn-cs"/>
            </a:endParaRPr>
          </a:p>
        </p:txBody>
      </p:sp>
      <p:sp>
        <p:nvSpPr>
          <p:cNvPr id="1034" name="Rectangle 6"/>
          <p:cNvSpPr>
            <a:spLocks noGrp="1"/>
          </p:cNvSpPr>
          <p:nvPr userDrawn="1"/>
        </p:nvSpPr>
        <p:spPr>
          <a:xfrm>
            <a:off x="3860800" y="6553200"/>
            <a:ext cx="4775200" cy="3048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t"/>
          <a:p>
            <a:pPr lvl="0" algn="ctr"/>
            <a:fld id="{9A0DB2DC-4C9A-4742-B13C-FB6460FD3503}" type="slidenum">
              <a:rPr lang="en-US" altLang="zh-CN" sz="1400" dirty="0">
                <a:latin typeface="Arial" panose="020B0604020202020204" pitchFamily="34" charset="0"/>
                <a:ea typeface="宋体" panose="02010600030101010101" pitchFamily="2" charset="-122"/>
              </a:rPr>
            </a:fld>
            <a:endParaRPr lang="en-US" altLang="zh-CN" sz="14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pic>
        <p:nvPicPr>
          <p:cNvPr id="8" name="图片 7" descr="&amp;pky8089305357&amp;"/>
          <p:cNvPicPr>
            <a:picLocks noChangeAspect="1"/>
          </p:cNvPicPr>
          <p:nvPr userDrawn="1"/>
        </p:nvPicPr>
        <p:blipFill>
          <a:blip r:embed="rId18"/>
          <a:stretch>
            <a:fillRect/>
          </a:stretch>
        </p:blipFill>
        <p:spPr>
          <a:xfrm>
            <a:off x="0" y="0"/>
            <a:ext cx="1491827" cy="745490"/>
          </a:xfrm>
          <a:prstGeom prst="rect">
            <a:avLst/>
          </a:prstGeom>
          <a:effectLst>
            <a:softEdge rad="63500"/>
          </a:effec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39" r:id="rId1"/>
    <p:sldLayoutId id="2147483740" r:id="rId2"/>
    <p:sldLayoutId id="2147483741" r:id="rId3"/>
    <p:sldLayoutId id="2147483742" r:id="rId4"/>
    <p:sldLayoutId id="2147483743" r:id="rId5"/>
    <p:sldLayoutId id="2147483744" r:id="rId6"/>
    <p:sldLayoutId id="2147483745" r:id="rId7"/>
    <p:sldLayoutId id="2147483746" r:id="rId8"/>
    <p:sldLayoutId id="2147483747" r:id="rId9"/>
    <p:sldLayoutId id="2147483748" r:id="rId10"/>
    <p:sldLayoutId id="2147483749" r:id="rId11"/>
    <p:sldLayoutId id="2147483750" r:id="rId12"/>
    <p:sldLayoutId id="2147483751" r:id="rId13"/>
    <p:sldLayoutId id="2147483752" r:id="rId14"/>
    <p:sldLayoutId id="2147483753" r:id="rId15"/>
    <p:sldLayoutId id="2147483754" r:id="rId16"/>
    <p:sldLayoutId id="2147483755" r:id="rId17"/>
  </p:sldLayoutIdLst>
  <p:transition/>
  <p:hf sldNum="0"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tx1"/>
          </a:solidFill>
          <a:latin typeface="隶书" panose="02010509060101010101" pitchFamily="49" charset="-122"/>
          <a:ea typeface="隶书" panose="02010509060101010101" pitchFamily="49" charset="-122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rgbClr val="FFFF00"/>
          </a:solidFill>
          <a:latin typeface="Arial" panose="020B0604020202020204" pitchFamily="34" charset="0"/>
          <a:ea typeface="宋体" panose="02010600030101010101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rgbClr val="FFFF00"/>
          </a:solidFill>
          <a:latin typeface="Arial" panose="020B0604020202020204" pitchFamily="34" charset="0"/>
          <a:ea typeface="宋体" panose="02010600030101010101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rgbClr val="FFFF00"/>
          </a:solidFill>
          <a:latin typeface="Arial" panose="020B0604020202020204" pitchFamily="34" charset="0"/>
          <a:ea typeface="宋体" panose="02010600030101010101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rgbClr val="FFFF00"/>
          </a:solidFill>
          <a:latin typeface="Arial" panose="020B0604020202020204" pitchFamily="34" charset="0"/>
          <a:ea typeface="宋体" panose="02010600030101010101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 b="1">
          <a:solidFill>
            <a:srgbClr val="FFFF00"/>
          </a:solidFill>
          <a:latin typeface="Arial" panose="020B0604020202020204" pitchFamily="34" charset="0"/>
          <a:ea typeface="宋体" panose="02010600030101010101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 b="1">
          <a:solidFill>
            <a:srgbClr val="FFFF00"/>
          </a:solidFill>
          <a:latin typeface="Arial" panose="020B0604020202020204" pitchFamily="34" charset="0"/>
          <a:ea typeface="宋体" panose="02010600030101010101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 b="1">
          <a:solidFill>
            <a:srgbClr val="FFFF00"/>
          </a:solidFill>
          <a:latin typeface="Arial" panose="020B0604020202020204" pitchFamily="34" charset="0"/>
          <a:ea typeface="宋体" panose="02010600030101010101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 b="1">
          <a:solidFill>
            <a:srgbClr val="FFFF00"/>
          </a:solidFill>
          <a:latin typeface="Arial" panose="020B0604020202020204" pitchFamily="34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rgbClr val="00FF00"/>
        </a:buClr>
        <a:buFont typeface="Wingdings" panose="05000000000000000000" pitchFamily="2" charset="2"/>
        <a:buChar char="Ø"/>
        <a:defRPr sz="3200" b="1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Blip>
          <a:blip r:embed="rId19"/>
        </a:buBlip>
        <a:defRPr sz="2800" b="1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Blip>
          <a:blip r:embed="rId19"/>
        </a:buBlip>
        <a:defRPr sz="2400" b="1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Blip>
          <a:blip r:embed="rId19"/>
        </a:buBlip>
        <a:defRPr sz="2000" b="1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Blip>
          <a:blip r:embed="rId19"/>
        </a:buBlip>
        <a:defRPr sz="2000" b="1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Blip>
          <a:blip r:embed="rId19"/>
        </a:buBlip>
        <a:defRPr sz="2000" b="1">
          <a:solidFill>
            <a:srgbClr val="FFFF00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Blip>
          <a:blip r:embed="rId19"/>
        </a:buBlip>
        <a:defRPr sz="2000" b="1">
          <a:solidFill>
            <a:srgbClr val="FFFF00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Blip>
          <a:blip r:embed="rId19"/>
        </a:buBlip>
        <a:defRPr sz="2000" b="1">
          <a:solidFill>
            <a:srgbClr val="FFFF00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Blip>
          <a:blip r:embed="rId19"/>
        </a:buBlip>
        <a:defRPr sz="2000" b="1">
          <a:solidFill>
            <a:srgbClr val="FFFF00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/>
      <p:sp>
        <p:nvSpPr>
          <p:cNvPr id="14" name="双波形 13"/>
          <p:cNvSpPr/>
          <p:nvPr userDrawn="1"/>
        </p:nvSpPr>
        <p:spPr>
          <a:xfrm>
            <a:off x="59267" y="725805"/>
            <a:ext cx="11082020" cy="120015"/>
          </a:xfrm>
          <a:prstGeom prst="doubleWave">
            <a:avLst>
              <a:gd name="adj1" fmla="val 6250"/>
              <a:gd name="adj2" fmla="val 0"/>
            </a:avLst>
          </a:prstGeom>
          <a:gradFill>
            <a:gsLst>
              <a:gs pos="0">
                <a:srgbClr val="FE4444"/>
              </a:gs>
              <a:gs pos="100000">
                <a:srgbClr val="832B2B"/>
              </a:gs>
            </a:gsLst>
            <a:lin ang="0" scaled="0"/>
          </a:gradFill>
          <a:ln>
            <a:noFill/>
          </a:ln>
          <a:effectLst>
            <a:softEdge rad="127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 fontAlgn="base"/>
            <a:endParaRPr lang="zh-CN" altLang="en-US" sz="3200" strike="noStrike" noProof="1"/>
          </a:p>
        </p:txBody>
      </p:sp>
      <p:sp>
        <p:nvSpPr>
          <p:cNvPr id="1026" name="Rectangle 2"/>
          <p:cNvSpPr>
            <a:spLocks noGrp="1"/>
          </p:cNvSpPr>
          <p:nvPr>
            <p:ph type="title"/>
          </p:nvPr>
        </p:nvSpPr>
        <p:spPr>
          <a:xfrm>
            <a:off x="609600" y="457200"/>
            <a:ext cx="10972800" cy="1143000"/>
          </a:xfrm>
          <a:prstGeom prst="rect">
            <a:avLst/>
          </a:prstGeom>
          <a:noFill/>
          <a:ln w="9525">
            <a:noFill/>
          </a:ln>
        </p:spPr>
        <p:txBody>
          <a:bodyPr anchor="ctr"/>
          <a:p>
            <a:pPr lvl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1027" name="Rectangle 3"/>
          <p:cNvSpPr>
            <a:spLocks noGrp="1"/>
          </p:cNvSpPr>
          <p:nvPr>
            <p:ph type="body"/>
          </p:nvPr>
        </p:nvSpPr>
        <p:spPr>
          <a:xfrm>
            <a:off x="609600" y="1600200"/>
            <a:ext cx="10972800" cy="4525963"/>
          </a:xfrm>
          <a:prstGeom prst="rect">
            <a:avLst/>
          </a:prstGeom>
          <a:noFill/>
          <a:ln w="9525">
            <a:noFill/>
          </a:ln>
        </p:spPr>
        <p:txBody>
          <a:bodyPr anchor="t"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 indent="-285750"/>
            <a:r>
              <a:rPr lang="zh-CN" altLang="en-US" dirty="0"/>
              <a:t>第二级</a:t>
            </a:r>
            <a:endParaRPr lang="zh-CN" altLang="en-US" dirty="0"/>
          </a:p>
          <a:p>
            <a:pPr lvl="2" indent="-228600"/>
            <a:r>
              <a:rPr lang="zh-CN" altLang="en-US" dirty="0"/>
              <a:t>第三级</a:t>
            </a:r>
            <a:endParaRPr lang="zh-CN" altLang="en-US" dirty="0"/>
          </a:p>
          <a:p>
            <a:pPr lvl="3" indent="-228600"/>
            <a:r>
              <a:rPr lang="zh-CN" altLang="en-US" dirty="0"/>
              <a:t>第四级</a:t>
            </a:r>
            <a:endParaRPr lang="zh-CN" altLang="en-US" dirty="0"/>
          </a:p>
          <a:p>
            <a:pPr lvl="4" indent="-228600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5225"/>
            <a:ext cx="28448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>
              <a:defRPr sz="1400">
                <a:latin typeface="+mn-lt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5225"/>
            <a:ext cx="38608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ctr">
              <a:defRPr sz="1400">
                <a:latin typeface="+mn-lt"/>
              </a:defRPr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5225"/>
            <a:ext cx="28448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>
              <a:defRPr sz="1400">
                <a:latin typeface="Arial" panose="020B0604020202020204" pitchFamily="34" charset="0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2AC53CD-A2F0-4746-AFA2-88787E7692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矩形 6"/>
          <p:cNvSpPr/>
          <p:nvPr userDrawn="1"/>
        </p:nvSpPr>
        <p:spPr bwMode="auto">
          <a:xfrm>
            <a:off x="0" y="6553199"/>
            <a:ext cx="12192000" cy="292101"/>
          </a:xfrm>
          <a:prstGeom prst="rect">
            <a:avLst/>
          </a:prstGeom>
          <a:gradFill>
            <a:gsLst>
              <a:gs pos="100000">
                <a:srgbClr val="B3CED5"/>
              </a:gs>
              <a:gs pos="0">
                <a:srgbClr val="DDE3D8"/>
              </a:gs>
            </a:gsLst>
            <a:lin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innerShdw blurRad="63500" dist="50800" dir="13500000">
              <a:prstClr val="black">
                <a:alpha val="50000"/>
              </a:prstClr>
            </a:innerShdw>
          </a:effectLst>
        </p:spPr>
        <p:txBody>
          <a:bodyPr>
            <a:scene3d>
              <a:camera prst="orthographicFront"/>
              <a:lightRig rig="threePt" dir="t"/>
            </a:scene3d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400" b="0" i="0" u="none" strike="noStrike" kern="1200" cap="none" spc="0" normalizeH="0" baseline="0" noProof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Rectangle 5"/>
          <p:cNvSpPr txBox="1">
            <a:spLocks noChangeArrowheads="1"/>
          </p:cNvSpPr>
          <p:nvPr userDrawn="1"/>
        </p:nvSpPr>
        <p:spPr bwMode="auto">
          <a:xfrm>
            <a:off x="8331200" y="6561138"/>
            <a:ext cx="3860800" cy="304800"/>
          </a:xfrm>
          <a:prstGeom prst="rect">
            <a:avLst/>
          </a:prstGeom>
          <a:noFill/>
          <a:ln>
            <a:noFill/>
          </a:ln>
          <a:effectLst/>
        </p:spPr>
        <p:txBody>
          <a:bodyPr/>
          <a:lstStyle>
            <a:defPPr>
              <a:defRPr lang="zh-CN"/>
            </a:defPPr>
            <a:lvl1pPr algn="ctr" rtl="0" eaLnBrk="1" fontAlgn="base" hangingPunct="1">
              <a:spcBef>
                <a:spcPct val="0"/>
              </a:spcBef>
              <a:spcAft>
                <a:spcPct val="0"/>
              </a:spcAft>
              <a:defRPr sz="1400" b="0" kern="1200">
                <a:solidFill>
                  <a:schemeClr val="accent1">
                    <a:lumMod val="50000"/>
                  </a:schemeClr>
                </a:solidFill>
                <a:latin typeface="隶书" panose="02010509060101010101" pitchFamily="49" charset="-122"/>
                <a:ea typeface="隶书" panose="02010509060101010101" pitchFamily="49" charset="-122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1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隶书" panose="02010509060101010101" pitchFamily="49" charset="-122"/>
                <a:ea typeface="隶书" panose="02010509060101010101" pitchFamily="49" charset="-122"/>
                <a:cs typeface="+mn-cs"/>
              </a:rPr>
              <a:t>厦门大学 高春仙</a:t>
            </a:r>
            <a:r>
              <a:rPr kumimoji="1" lang="en-US" altLang="zh-CN" sz="1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隶书" panose="02010509060101010101" pitchFamily="49" charset="-122"/>
                <a:ea typeface="隶书" panose="02010509060101010101" pitchFamily="49" charset="-122"/>
                <a:cs typeface="+mn-cs"/>
              </a:rPr>
              <a:t> </a:t>
            </a:r>
            <a:r>
              <a:rPr kumimoji="1" lang="zh-CN" altLang="en-US" sz="1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隶书" panose="02010509060101010101" pitchFamily="49" charset="-122"/>
                <a:ea typeface="隶书" panose="02010509060101010101" pitchFamily="49" charset="-122"/>
                <a:cs typeface="+mn-cs"/>
              </a:rPr>
              <a:t>苏为</a:t>
            </a:r>
            <a:endParaRPr kumimoji="1" lang="zh-CN" altLang="en-US" sz="14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隶书" panose="02010509060101010101" pitchFamily="49" charset="-122"/>
              <a:ea typeface="隶书" panose="02010509060101010101" pitchFamily="49" charset="-122"/>
              <a:cs typeface="+mn-cs"/>
            </a:endParaRPr>
          </a:p>
        </p:txBody>
      </p:sp>
      <p:sp>
        <p:nvSpPr>
          <p:cNvPr id="1034" name="Rectangle 6"/>
          <p:cNvSpPr>
            <a:spLocks noGrp="1"/>
          </p:cNvSpPr>
          <p:nvPr userDrawn="1"/>
        </p:nvSpPr>
        <p:spPr>
          <a:xfrm>
            <a:off x="3860800" y="6553200"/>
            <a:ext cx="4775200" cy="3048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t"/>
          <a:p>
            <a:pPr lvl="0" algn="ctr"/>
            <a:fld id="{9A0DB2DC-4C9A-4742-B13C-FB6460FD3503}" type="slidenum">
              <a:rPr lang="en-US" altLang="zh-CN" sz="1400" dirty="0">
                <a:latin typeface="Arial" panose="020B0604020202020204" pitchFamily="34" charset="0"/>
                <a:ea typeface="宋体" panose="02010600030101010101" pitchFamily="2" charset="-122"/>
              </a:rPr>
            </a:fld>
            <a:endParaRPr lang="en-US" altLang="zh-CN" sz="14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pic>
        <p:nvPicPr>
          <p:cNvPr id="8" name="图片 7" descr="&amp;pky8089305357&amp;"/>
          <p:cNvPicPr>
            <a:picLocks noChangeAspect="1"/>
          </p:cNvPicPr>
          <p:nvPr userDrawn="1"/>
        </p:nvPicPr>
        <p:blipFill>
          <a:blip r:embed="rId18"/>
          <a:stretch>
            <a:fillRect/>
          </a:stretch>
        </p:blipFill>
        <p:spPr>
          <a:xfrm>
            <a:off x="0" y="0"/>
            <a:ext cx="1491827" cy="745490"/>
          </a:xfrm>
          <a:prstGeom prst="rect">
            <a:avLst/>
          </a:prstGeom>
          <a:effectLst>
            <a:softEdge rad="63500"/>
          </a:effec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57" r:id="rId1"/>
    <p:sldLayoutId id="2147483758" r:id="rId2"/>
    <p:sldLayoutId id="2147483759" r:id="rId3"/>
    <p:sldLayoutId id="2147483760" r:id="rId4"/>
    <p:sldLayoutId id="2147483761" r:id="rId5"/>
    <p:sldLayoutId id="2147483762" r:id="rId6"/>
    <p:sldLayoutId id="2147483763" r:id="rId7"/>
    <p:sldLayoutId id="2147483764" r:id="rId8"/>
    <p:sldLayoutId id="2147483765" r:id="rId9"/>
    <p:sldLayoutId id="2147483766" r:id="rId10"/>
    <p:sldLayoutId id="2147483767" r:id="rId11"/>
    <p:sldLayoutId id="2147483768" r:id="rId12"/>
    <p:sldLayoutId id="2147483769" r:id="rId13"/>
    <p:sldLayoutId id="2147483770" r:id="rId14"/>
    <p:sldLayoutId id="2147483771" r:id="rId15"/>
    <p:sldLayoutId id="2147483772" r:id="rId16"/>
    <p:sldLayoutId id="2147483773" r:id="rId17"/>
  </p:sldLayoutIdLst>
  <p:transition/>
  <p:hf sldNum="0"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tx1"/>
          </a:solidFill>
          <a:latin typeface="隶书" panose="02010509060101010101" pitchFamily="49" charset="-122"/>
          <a:ea typeface="隶书" panose="02010509060101010101" pitchFamily="49" charset="-122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rgbClr val="FFFF00"/>
          </a:solidFill>
          <a:latin typeface="Arial" panose="020B0604020202020204" pitchFamily="34" charset="0"/>
          <a:ea typeface="宋体" panose="02010600030101010101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rgbClr val="FFFF00"/>
          </a:solidFill>
          <a:latin typeface="Arial" panose="020B0604020202020204" pitchFamily="34" charset="0"/>
          <a:ea typeface="宋体" panose="02010600030101010101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rgbClr val="FFFF00"/>
          </a:solidFill>
          <a:latin typeface="Arial" panose="020B0604020202020204" pitchFamily="34" charset="0"/>
          <a:ea typeface="宋体" panose="02010600030101010101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rgbClr val="FFFF00"/>
          </a:solidFill>
          <a:latin typeface="Arial" panose="020B0604020202020204" pitchFamily="34" charset="0"/>
          <a:ea typeface="宋体" panose="02010600030101010101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 b="1">
          <a:solidFill>
            <a:srgbClr val="FFFF00"/>
          </a:solidFill>
          <a:latin typeface="Arial" panose="020B0604020202020204" pitchFamily="34" charset="0"/>
          <a:ea typeface="宋体" panose="02010600030101010101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 b="1">
          <a:solidFill>
            <a:srgbClr val="FFFF00"/>
          </a:solidFill>
          <a:latin typeface="Arial" panose="020B0604020202020204" pitchFamily="34" charset="0"/>
          <a:ea typeface="宋体" panose="02010600030101010101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 b="1">
          <a:solidFill>
            <a:srgbClr val="FFFF00"/>
          </a:solidFill>
          <a:latin typeface="Arial" panose="020B0604020202020204" pitchFamily="34" charset="0"/>
          <a:ea typeface="宋体" panose="02010600030101010101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 b="1">
          <a:solidFill>
            <a:srgbClr val="FFFF00"/>
          </a:solidFill>
          <a:latin typeface="Arial" panose="020B0604020202020204" pitchFamily="34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rgbClr val="00FF00"/>
        </a:buClr>
        <a:buFont typeface="Wingdings" panose="05000000000000000000" pitchFamily="2" charset="2"/>
        <a:buChar char="Ø"/>
        <a:defRPr sz="3200" b="1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Blip>
          <a:blip r:embed="rId19"/>
        </a:buBlip>
        <a:defRPr sz="2800" b="1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Blip>
          <a:blip r:embed="rId19"/>
        </a:buBlip>
        <a:defRPr sz="2400" b="1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Blip>
          <a:blip r:embed="rId19"/>
        </a:buBlip>
        <a:defRPr sz="2000" b="1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Blip>
          <a:blip r:embed="rId19"/>
        </a:buBlip>
        <a:defRPr sz="2000" b="1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Blip>
          <a:blip r:embed="rId19"/>
        </a:buBlip>
        <a:defRPr sz="2000" b="1">
          <a:solidFill>
            <a:srgbClr val="FFFF00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Blip>
          <a:blip r:embed="rId19"/>
        </a:buBlip>
        <a:defRPr sz="2000" b="1">
          <a:solidFill>
            <a:srgbClr val="FFFF00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Blip>
          <a:blip r:embed="rId19"/>
        </a:buBlip>
        <a:defRPr sz="2000" b="1">
          <a:solidFill>
            <a:srgbClr val="FFFF00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Blip>
          <a:blip r:embed="rId19"/>
        </a:buBlip>
        <a:defRPr sz="2000" b="1">
          <a:solidFill>
            <a:srgbClr val="FFFF00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/>
      <p:sp>
        <p:nvSpPr>
          <p:cNvPr id="14" name="双波形 13"/>
          <p:cNvSpPr/>
          <p:nvPr userDrawn="1"/>
        </p:nvSpPr>
        <p:spPr>
          <a:xfrm>
            <a:off x="59267" y="725805"/>
            <a:ext cx="11082020" cy="120015"/>
          </a:xfrm>
          <a:prstGeom prst="doubleWave">
            <a:avLst>
              <a:gd name="adj1" fmla="val 6250"/>
              <a:gd name="adj2" fmla="val 0"/>
            </a:avLst>
          </a:prstGeom>
          <a:gradFill>
            <a:gsLst>
              <a:gs pos="0">
                <a:srgbClr val="FE4444"/>
              </a:gs>
              <a:gs pos="100000">
                <a:srgbClr val="832B2B"/>
              </a:gs>
            </a:gsLst>
            <a:lin ang="0" scaled="0"/>
          </a:gradFill>
          <a:ln>
            <a:noFill/>
          </a:ln>
          <a:effectLst>
            <a:softEdge rad="127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 fontAlgn="base"/>
            <a:endParaRPr lang="zh-CN" altLang="en-US" sz="3200" strike="noStrike" noProof="1"/>
          </a:p>
        </p:txBody>
      </p:sp>
      <p:sp>
        <p:nvSpPr>
          <p:cNvPr id="1026" name="Rectangle 2"/>
          <p:cNvSpPr>
            <a:spLocks noGrp="1"/>
          </p:cNvSpPr>
          <p:nvPr>
            <p:ph type="title"/>
          </p:nvPr>
        </p:nvSpPr>
        <p:spPr>
          <a:xfrm>
            <a:off x="609600" y="457200"/>
            <a:ext cx="10972800" cy="1143000"/>
          </a:xfrm>
          <a:prstGeom prst="rect">
            <a:avLst/>
          </a:prstGeom>
          <a:noFill/>
          <a:ln w="9525">
            <a:noFill/>
          </a:ln>
        </p:spPr>
        <p:txBody>
          <a:bodyPr anchor="ctr"/>
          <a:p>
            <a:pPr lvl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1027" name="Rectangle 3"/>
          <p:cNvSpPr>
            <a:spLocks noGrp="1"/>
          </p:cNvSpPr>
          <p:nvPr>
            <p:ph type="body"/>
          </p:nvPr>
        </p:nvSpPr>
        <p:spPr>
          <a:xfrm>
            <a:off x="609600" y="1600200"/>
            <a:ext cx="10972800" cy="4525963"/>
          </a:xfrm>
          <a:prstGeom prst="rect">
            <a:avLst/>
          </a:prstGeom>
          <a:noFill/>
          <a:ln w="9525">
            <a:noFill/>
          </a:ln>
        </p:spPr>
        <p:txBody>
          <a:bodyPr anchor="t"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 indent="-285750"/>
            <a:r>
              <a:rPr lang="zh-CN" altLang="en-US" dirty="0"/>
              <a:t>第二级</a:t>
            </a:r>
            <a:endParaRPr lang="zh-CN" altLang="en-US" dirty="0"/>
          </a:p>
          <a:p>
            <a:pPr lvl="2" indent="-228600"/>
            <a:r>
              <a:rPr lang="zh-CN" altLang="en-US" dirty="0"/>
              <a:t>第三级</a:t>
            </a:r>
            <a:endParaRPr lang="zh-CN" altLang="en-US" dirty="0"/>
          </a:p>
          <a:p>
            <a:pPr lvl="3" indent="-228600"/>
            <a:r>
              <a:rPr lang="zh-CN" altLang="en-US" dirty="0"/>
              <a:t>第四级</a:t>
            </a:r>
            <a:endParaRPr lang="zh-CN" altLang="en-US" dirty="0"/>
          </a:p>
          <a:p>
            <a:pPr lvl="4" indent="-228600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5225"/>
            <a:ext cx="28448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>
              <a:defRPr sz="1400">
                <a:latin typeface="+mn-lt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5225"/>
            <a:ext cx="38608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ctr">
              <a:defRPr sz="1400">
                <a:latin typeface="+mn-lt"/>
              </a:defRPr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5225"/>
            <a:ext cx="28448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>
              <a:defRPr sz="1400">
                <a:latin typeface="Arial" panose="020B0604020202020204" pitchFamily="34" charset="0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2AC53CD-A2F0-4746-AFA2-88787E7692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矩形 6"/>
          <p:cNvSpPr/>
          <p:nvPr userDrawn="1"/>
        </p:nvSpPr>
        <p:spPr bwMode="auto">
          <a:xfrm>
            <a:off x="0" y="6553199"/>
            <a:ext cx="12192000" cy="292101"/>
          </a:xfrm>
          <a:prstGeom prst="rect">
            <a:avLst/>
          </a:prstGeom>
          <a:gradFill>
            <a:gsLst>
              <a:gs pos="100000">
                <a:srgbClr val="B3CED5"/>
              </a:gs>
              <a:gs pos="0">
                <a:srgbClr val="DDE3D8"/>
              </a:gs>
            </a:gsLst>
            <a:lin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innerShdw blurRad="63500" dist="50800" dir="13500000">
              <a:prstClr val="black">
                <a:alpha val="50000"/>
              </a:prstClr>
            </a:innerShdw>
          </a:effectLst>
        </p:spPr>
        <p:txBody>
          <a:bodyPr>
            <a:scene3d>
              <a:camera prst="orthographicFront"/>
              <a:lightRig rig="threePt" dir="t"/>
            </a:scene3d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400" b="0" i="0" u="none" strike="noStrike" kern="1200" cap="none" spc="0" normalizeH="0" baseline="0" noProof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Rectangle 5"/>
          <p:cNvSpPr txBox="1">
            <a:spLocks noChangeArrowheads="1"/>
          </p:cNvSpPr>
          <p:nvPr userDrawn="1"/>
        </p:nvSpPr>
        <p:spPr bwMode="auto">
          <a:xfrm>
            <a:off x="8331200" y="6561138"/>
            <a:ext cx="3860800" cy="304800"/>
          </a:xfrm>
          <a:prstGeom prst="rect">
            <a:avLst/>
          </a:prstGeom>
          <a:noFill/>
          <a:ln>
            <a:noFill/>
          </a:ln>
          <a:effectLst/>
        </p:spPr>
        <p:txBody>
          <a:bodyPr/>
          <a:lstStyle>
            <a:defPPr>
              <a:defRPr lang="zh-CN"/>
            </a:defPPr>
            <a:lvl1pPr algn="ctr" rtl="0" eaLnBrk="1" fontAlgn="base" hangingPunct="1">
              <a:spcBef>
                <a:spcPct val="0"/>
              </a:spcBef>
              <a:spcAft>
                <a:spcPct val="0"/>
              </a:spcAft>
              <a:defRPr sz="1400" b="0" kern="1200">
                <a:solidFill>
                  <a:schemeClr val="accent1">
                    <a:lumMod val="50000"/>
                  </a:schemeClr>
                </a:solidFill>
                <a:latin typeface="隶书" panose="02010509060101010101" pitchFamily="49" charset="-122"/>
                <a:ea typeface="隶书" panose="02010509060101010101" pitchFamily="49" charset="-122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1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隶书" panose="02010509060101010101" pitchFamily="49" charset="-122"/>
                <a:ea typeface="隶书" panose="02010509060101010101" pitchFamily="49" charset="-122"/>
                <a:cs typeface="+mn-cs"/>
              </a:rPr>
              <a:t>厦门大学 高春仙</a:t>
            </a:r>
            <a:r>
              <a:rPr kumimoji="1" lang="en-US" altLang="zh-CN" sz="1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隶书" panose="02010509060101010101" pitchFamily="49" charset="-122"/>
                <a:ea typeface="隶书" panose="02010509060101010101" pitchFamily="49" charset="-122"/>
                <a:cs typeface="+mn-cs"/>
              </a:rPr>
              <a:t> </a:t>
            </a:r>
            <a:r>
              <a:rPr kumimoji="1" lang="zh-CN" altLang="en-US" sz="1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隶书" panose="02010509060101010101" pitchFamily="49" charset="-122"/>
                <a:ea typeface="隶书" panose="02010509060101010101" pitchFamily="49" charset="-122"/>
                <a:cs typeface="+mn-cs"/>
              </a:rPr>
              <a:t>苏为</a:t>
            </a:r>
            <a:endParaRPr kumimoji="1" lang="zh-CN" altLang="en-US" sz="14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隶书" panose="02010509060101010101" pitchFamily="49" charset="-122"/>
              <a:ea typeface="隶书" panose="02010509060101010101" pitchFamily="49" charset="-122"/>
              <a:cs typeface="+mn-cs"/>
            </a:endParaRPr>
          </a:p>
        </p:txBody>
      </p:sp>
      <p:sp>
        <p:nvSpPr>
          <p:cNvPr id="1034" name="Rectangle 6"/>
          <p:cNvSpPr>
            <a:spLocks noGrp="1"/>
          </p:cNvSpPr>
          <p:nvPr userDrawn="1"/>
        </p:nvSpPr>
        <p:spPr>
          <a:xfrm>
            <a:off x="3860800" y="6553200"/>
            <a:ext cx="4775200" cy="3048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t"/>
          <a:p>
            <a:pPr lvl="0" algn="ctr"/>
            <a:fld id="{9A0DB2DC-4C9A-4742-B13C-FB6460FD3503}" type="slidenum">
              <a:rPr lang="en-US" altLang="zh-CN" sz="1400" dirty="0">
                <a:latin typeface="Arial" panose="020B0604020202020204" pitchFamily="34" charset="0"/>
                <a:ea typeface="宋体" panose="02010600030101010101" pitchFamily="2" charset="-122"/>
              </a:rPr>
            </a:fld>
            <a:endParaRPr lang="en-US" altLang="zh-CN" sz="14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pic>
        <p:nvPicPr>
          <p:cNvPr id="8" name="图片 7" descr="&amp;pky8089305357&amp;"/>
          <p:cNvPicPr>
            <a:picLocks noChangeAspect="1"/>
          </p:cNvPicPr>
          <p:nvPr userDrawn="1"/>
        </p:nvPicPr>
        <p:blipFill>
          <a:blip r:embed="rId18"/>
          <a:stretch>
            <a:fillRect/>
          </a:stretch>
        </p:blipFill>
        <p:spPr>
          <a:xfrm>
            <a:off x="0" y="0"/>
            <a:ext cx="1491827" cy="745490"/>
          </a:xfrm>
          <a:prstGeom prst="rect">
            <a:avLst/>
          </a:prstGeom>
          <a:effectLst>
            <a:softEdge rad="63500"/>
          </a:effec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75" r:id="rId1"/>
    <p:sldLayoutId id="2147483776" r:id="rId2"/>
    <p:sldLayoutId id="2147483777" r:id="rId3"/>
    <p:sldLayoutId id="2147483778" r:id="rId4"/>
    <p:sldLayoutId id="2147483779" r:id="rId5"/>
    <p:sldLayoutId id="2147483780" r:id="rId6"/>
    <p:sldLayoutId id="2147483781" r:id="rId7"/>
    <p:sldLayoutId id="2147483782" r:id="rId8"/>
    <p:sldLayoutId id="2147483783" r:id="rId9"/>
    <p:sldLayoutId id="2147483784" r:id="rId10"/>
    <p:sldLayoutId id="2147483785" r:id="rId11"/>
    <p:sldLayoutId id="2147483786" r:id="rId12"/>
    <p:sldLayoutId id="2147483787" r:id="rId13"/>
    <p:sldLayoutId id="2147483788" r:id="rId14"/>
    <p:sldLayoutId id="2147483789" r:id="rId15"/>
    <p:sldLayoutId id="2147483790" r:id="rId16"/>
    <p:sldLayoutId id="2147483791" r:id="rId17"/>
  </p:sldLayoutIdLst>
  <p:transition/>
  <p:hf sldNum="0"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tx1"/>
          </a:solidFill>
          <a:latin typeface="隶书" panose="02010509060101010101" pitchFamily="49" charset="-122"/>
          <a:ea typeface="隶书" panose="02010509060101010101" pitchFamily="49" charset="-122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rgbClr val="FFFF00"/>
          </a:solidFill>
          <a:latin typeface="Arial" panose="020B0604020202020204" pitchFamily="34" charset="0"/>
          <a:ea typeface="宋体" panose="02010600030101010101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rgbClr val="FFFF00"/>
          </a:solidFill>
          <a:latin typeface="Arial" panose="020B0604020202020204" pitchFamily="34" charset="0"/>
          <a:ea typeface="宋体" panose="02010600030101010101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rgbClr val="FFFF00"/>
          </a:solidFill>
          <a:latin typeface="Arial" panose="020B0604020202020204" pitchFamily="34" charset="0"/>
          <a:ea typeface="宋体" panose="02010600030101010101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rgbClr val="FFFF00"/>
          </a:solidFill>
          <a:latin typeface="Arial" panose="020B0604020202020204" pitchFamily="34" charset="0"/>
          <a:ea typeface="宋体" panose="02010600030101010101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 b="1">
          <a:solidFill>
            <a:srgbClr val="FFFF00"/>
          </a:solidFill>
          <a:latin typeface="Arial" panose="020B0604020202020204" pitchFamily="34" charset="0"/>
          <a:ea typeface="宋体" panose="02010600030101010101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 b="1">
          <a:solidFill>
            <a:srgbClr val="FFFF00"/>
          </a:solidFill>
          <a:latin typeface="Arial" panose="020B0604020202020204" pitchFamily="34" charset="0"/>
          <a:ea typeface="宋体" panose="02010600030101010101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 b="1">
          <a:solidFill>
            <a:srgbClr val="FFFF00"/>
          </a:solidFill>
          <a:latin typeface="Arial" panose="020B0604020202020204" pitchFamily="34" charset="0"/>
          <a:ea typeface="宋体" panose="02010600030101010101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 b="1">
          <a:solidFill>
            <a:srgbClr val="FFFF00"/>
          </a:solidFill>
          <a:latin typeface="Arial" panose="020B0604020202020204" pitchFamily="34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rgbClr val="00FF00"/>
        </a:buClr>
        <a:buFont typeface="Wingdings" panose="05000000000000000000" pitchFamily="2" charset="2"/>
        <a:buChar char="Ø"/>
        <a:defRPr sz="3200" b="1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Blip>
          <a:blip r:embed="rId19"/>
        </a:buBlip>
        <a:defRPr sz="2800" b="1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Blip>
          <a:blip r:embed="rId19"/>
        </a:buBlip>
        <a:defRPr sz="2400" b="1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Blip>
          <a:blip r:embed="rId19"/>
        </a:buBlip>
        <a:defRPr sz="2000" b="1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Blip>
          <a:blip r:embed="rId19"/>
        </a:buBlip>
        <a:defRPr sz="2000" b="1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Blip>
          <a:blip r:embed="rId19"/>
        </a:buBlip>
        <a:defRPr sz="2000" b="1">
          <a:solidFill>
            <a:srgbClr val="FFFF00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Blip>
          <a:blip r:embed="rId19"/>
        </a:buBlip>
        <a:defRPr sz="2000" b="1">
          <a:solidFill>
            <a:srgbClr val="FFFF00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Blip>
          <a:blip r:embed="rId19"/>
        </a:buBlip>
        <a:defRPr sz="2000" b="1">
          <a:solidFill>
            <a:srgbClr val="FFFF00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Blip>
          <a:blip r:embed="rId19"/>
        </a:buBlip>
        <a:defRPr sz="2000" b="1">
          <a:solidFill>
            <a:srgbClr val="FFFF00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9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/>
      <p:sp>
        <p:nvSpPr>
          <p:cNvPr id="14" name="双波形 13"/>
          <p:cNvSpPr/>
          <p:nvPr userDrawn="1"/>
        </p:nvSpPr>
        <p:spPr>
          <a:xfrm>
            <a:off x="59267" y="725805"/>
            <a:ext cx="11082020" cy="120015"/>
          </a:xfrm>
          <a:prstGeom prst="doubleWave">
            <a:avLst>
              <a:gd name="adj1" fmla="val 6250"/>
              <a:gd name="adj2" fmla="val 0"/>
            </a:avLst>
          </a:prstGeom>
          <a:gradFill>
            <a:gsLst>
              <a:gs pos="0">
                <a:srgbClr val="FE4444"/>
              </a:gs>
              <a:gs pos="100000">
                <a:srgbClr val="832B2B"/>
              </a:gs>
            </a:gsLst>
            <a:lin ang="0" scaled="0"/>
          </a:gradFill>
          <a:ln>
            <a:noFill/>
          </a:ln>
          <a:effectLst>
            <a:softEdge rad="127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 fontAlgn="base"/>
            <a:endParaRPr lang="zh-CN" altLang="en-US" sz="3200" strike="noStrike" noProof="1"/>
          </a:p>
        </p:txBody>
      </p:sp>
      <p:sp>
        <p:nvSpPr>
          <p:cNvPr id="1026" name="Rectangle 2"/>
          <p:cNvSpPr>
            <a:spLocks noGrp="1"/>
          </p:cNvSpPr>
          <p:nvPr>
            <p:ph type="title"/>
          </p:nvPr>
        </p:nvSpPr>
        <p:spPr>
          <a:xfrm>
            <a:off x="609600" y="457200"/>
            <a:ext cx="10972800" cy="1143000"/>
          </a:xfrm>
          <a:prstGeom prst="rect">
            <a:avLst/>
          </a:prstGeom>
          <a:noFill/>
          <a:ln w="9525">
            <a:noFill/>
          </a:ln>
        </p:spPr>
        <p:txBody>
          <a:bodyPr anchor="ctr"/>
          <a:p>
            <a:pPr lvl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1027" name="Rectangle 3"/>
          <p:cNvSpPr>
            <a:spLocks noGrp="1"/>
          </p:cNvSpPr>
          <p:nvPr>
            <p:ph type="body"/>
          </p:nvPr>
        </p:nvSpPr>
        <p:spPr>
          <a:xfrm>
            <a:off x="609600" y="1600200"/>
            <a:ext cx="10972800" cy="4525963"/>
          </a:xfrm>
          <a:prstGeom prst="rect">
            <a:avLst/>
          </a:prstGeom>
          <a:noFill/>
          <a:ln w="9525">
            <a:noFill/>
          </a:ln>
        </p:spPr>
        <p:txBody>
          <a:bodyPr anchor="t"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 indent="-285750"/>
            <a:r>
              <a:rPr lang="zh-CN" altLang="en-US" dirty="0"/>
              <a:t>第二级</a:t>
            </a:r>
            <a:endParaRPr lang="zh-CN" altLang="en-US" dirty="0"/>
          </a:p>
          <a:p>
            <a:pPr lvl="2" indent="-228600"/>
            <a:r>
              <a:rPr lang="zh-CN" altLang="en-US" dirty="0"/>
              <a:t>第三级</a:t>
            </a:r>
            <a:endParaRPr lang="zh-CN" altLang="en-US" dirty="0"/>
          </a:p>
          <a:p>
            <a:pPr lvl="3" indent="-228600"/>
            <a:r>
              <a:rPr lang="zh-CN" altLang="en-US" dirty="0"/>
              <a:t>第四级</a:t>
            </a:r>
            <a:endParaRPr lang="zh-CN" altLang="en-US" dirty="0"/>
          </a:p>
          <a:p>
            <a:pPr lvl="4" indent="-228600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5225"/>
            <a:ext cx="28448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>
              <a:defRPr sz="1400">
                <a:latin typeface="+mn-lt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5225"/>
            <a:ext cx="38608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ctr">
              <a:defRPr sz="1400">
                <a:latin typeface="+mn-lt"/>
              </a:defRPr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5225"/>
            <a:ext cx="28448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>
              <a:defRPr sz="1400">
                <a:latin typeface="Arial" panose="020B0604020202020204" pitchFamily="34" charset="0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2AC53CD-A2F0-4746-AFA2-88787E7692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矩形 6"/>
          <p:cNvSpPr/>
          <p:nvPr userDrawn="1"/>
        </p:nvSpPr>
        <p:spPr bwMode="auto">
          <a:xfrm>
            <a:off x="0" y="6553199"/>
            <a:ext cx="12192000" cy="292101"/>
          </a:xfrm>
          <a:prstGeom prst="rect">
            <a:avLst/>
          </a:prstGeom>
          <a:gradFill>
            <a:gsLst>
              <a:gs pos="100000">
                <a:srgbClr val="B3CED5"/>
              </a:gs>
              <a:gs pos="0">
                <a:srgbClr val="DDE3D8"/>
              </a:gs>
            </a:gsLst>
            <a:lin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innerShdw blurRad="63500" dist="50800" dir="13500000">
              <a:prstClr val="black">
                <a:alpha val="50000"/>
              </a:prstClr>
            </a:innerShdw>
          </a:effectLst>
        </p:spPr>
        <p:txBody>
          <a:bodyPr>
            <a:scene3d>
              <a:camera prst="orthographicFront"/>
              <a:lightRig rig="threePt" dir="t"/>
            </a:scene3d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400" b="0" i="0" u="none" strike="noStrike" kern="1200" cap="none" spc="0" normalizeH="0" baseline="0" noProof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Rectangle 5"/>
          <p:cNvSpPr txBox="1">
            <a:spLocks noChangeArrowheads="1"/>
          </p:cNvSpPr>
          <p:nvPr userDrawn="1"/>
        </p:nvSpPr>
        <p:spPr bwMode="auto">
          <a:xfrm>
            <a:off x="8331200" y="6561138"/>
            <a:ext cx="3860800" cy="304800"/>
          </a:xfrm>
          <a:prstGeom prst="rect">
            <a:avLst/>
          </a:prstGeom>
          <a:noFill/>
          <a:ln>
            <a:noFill/>
          </a:ln>
          <a:effectLst/>
        </p:spPr>
        <p:txBody>
          <a:bodyPr/>
          <a:lstStyle>
            <a:defPPr>
              <a:defRPr lang="zh-CN"/>
            </a:defPPr>
            <a:lvl1pPr algn="ctr" rtl="0" eaLnBrk="1" fontAlgn="base" hangingPunct="1">
              <a:spcBef>
                <a:spcPct val="0"/>
              </a:spcBef>
              <a:spcAft>
                <a:spcPct val="0"/>
              </a:spcAft>
              <a:defRPr sz="1400" b="0" kern="1200">
                <a:solidFill>
                  <a:schemeClr val="accent1">
                    <a:lumMod val="50000"/>
                  </a:schemeClr>
                </a:solidFill>
                <a:latin typeface="隶书" panose="02010509060101010101" pitchFamily="49" charset="-122"/>
                <a:ea typeface="隶书" panose="02010509060101010101" pitchFamily="49" charset="-122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1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隶书" panose="02010509060101010101" pitchFamily="49" charset="-122"/>
                <a:ea typeface="隶书" panose="02010509060101010101" pitchFamily="49" charset="-122"/>
                <a:cs typeface="+mn-cs"/>
              </a:rPr>
              <a:t>厦门大学 高春仙</a:t>
            </a:r>
            <a:r>
              <a:rPr kumimoji="1" lang="en-US" altLang="zh-CN" sz="1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隶书" panose="02010509060101010101" pitchFamily="49" charset="-122"/>
                <a:ea typeface="隶书" panose="02010509060101010101" pitchFamily="49" charset="-122"/>
                <a:cs typeface="+mn-cs"/>
              </a:rPr>
              <a:t> </a:t>
            </a:r>
            <a:r>
              <a:rPr kumimoji="1" lang="zh-CN" altLang="en-US" sz="1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隶书" panose="02010509060101010101" pitchFamily="49" charset="-122"/>
                <a:ea typeface="隶书" panose="02010509060101010101" pitchFamily="49" charset="-122"/>
                <a:cs typeface="+mn-cs"/>
              </a:rPr>
              <a:t>苏为</a:t>
            </a:r>
            <a:endParaRPr kumimoji="1" lang="zh-CN" altLang="en-US" sz="14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隶书" panose="02010509060101010101" pitchFamily="49" charset="-122"/>
              <a:ea typeface="隶书" panose="02010509060101010101" pitchFamily="49" charset="-122"/>
              <a:cs typeface="+mn-cs"/>
            </a:endParaRPr>
          </a:p>
        </p:txBody>
      </p:sp>
      <p:sp>
        <p:nvSpPr>
          <p:cNvPr id="1034" name="Rectangle 6"/>
          <p:cNvSpPr>
            <a:spLocks noGrp="1"/>
          </p:cNvSpPr>
          <p:nvPr userDrawn="1"/>
        </p:nvSpPr>
        <p:spPr>
          <a:xfrm>
            <a:off x="3860800" y="6553200"/>
            <a:ext cx="4775200" cy="3048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t"/>
          <a:p>
            <a:pPr lvl="0" algn="ctr"/>
            <a:fld id="{9A0DB2DC-4C9A-4742-B13C-FB6460FD3503}" type="slidenum">
              <a:rPr lang="en-US" altLang="zh-CN" sz="1400" dirty="0">
                <a:latin typeface="Arial" panose="020B0604020202020204" pitchFamily="34" charset="0"/>
                <a:ea typeface="宋体" panose="02010600030101010101" pitchFamily="2" charset="-122"/>
              </a:rPr>
            </a:fld>
            <a:endParaRPr lang="en-US" altLang="zh-CN" sz="14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pic>
        <p:nvPicPr>
          <p:cNvPr id="8" name="图片 7" descr="&amp;pky8089305357&amp;"/>
          <p:cNvPicPr>
            <a:picLocks noChangeAspect="1"/>
          </p:cNvPicPr>
          <p:nvPr userDrawn="1"/>
        </p:nvPicPr>
        <p:blipFill>
          <a:blip r:embed="rId18"/>
          <a:stretch>
            <a:fillRect/>
          </a:stretch>
        </p:blipFill>
        <p:spPr>
          <a:xfrm>
            <a:off x="0" y="0"/>
            <a:ext cx="1491827" cy="745490"/>
          </a:xfrm>
          <a:prstGeom prst="rect">
            <a:avLst/>
          </a:prstGeom>
          <a:effectLst>
            <a:softEdge rad="63500"/>
          </a:effec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93" r:id="rId1"/>
    <p:sldLayoutId id="2147483794" r:id="rId2"/>
    <p:sldLayoutId id="2147483795" r:id="rId3"/>
    <p:sldLayoutId id="2147483796" r:id="rId4"/>
    <p:sldLayoutId id="2147483797" r:id="rId5"/>
    <p:sldLayoutId id="2147483798" r:id="rId6"/>
    <p:sldLayoutId id="2147483799" r:id="rId7"/>
    <p:sldLayoutId id="2147483800" r:id="rId8"/>
    <p:sldLayoutId id="2147483801" r:id="rId9"/>
    <p:sldLayoutId id="2147483802" r:id="rId10"/>
    <p:sldLayoutId id="2147483803" r:id="rId11"/>
    <p:sldLayoutId id="2147483804" r:id="rId12"/>
    <p:sldLayoutId id="2147483805" r:id="rId13"/>
    <p:sldLayoutId id="2147483806" r:id="rId14"/>
    <p:sldLayoutId id="2147483807" r:id="rId15"/>
    <p:sldLayoutId id="2147483808" r:id="rId16"/>
    <p:sldLayoutId id="2147483809" r:id="rId17"/>
  </p:sldLayoutIdLst>
  <p:transition/>
  <p:hf sldNum="0"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tx1"/>
          </a:solidFill>
          <a:latin typeface="隶书" panose="02010509060101010101" pitchFamily="49" charset="-122"/>
          <a:ea typeface="隶书" panose="02010509060101010101" pitchFamily="49" charset="-122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rgbClr val="FFFF00"/>
          </a:solidFill>
          <a:latin typeface="Arial" panose="020B0604020202020204" pitchFamily="34" charset="0"/>
          <a:ea typeface="宋体" panose="02010600030101010101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rgbClr val="FFFF00"/>
          </a:solidFill>
          <a:latin typeface="Arial" panose="020B0604020202020204" pitchFamily="34" charset="0"/>
          <a:ea typeface="宋体" panose="02010600030101010101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rgbClr val="FFFF00"/>
          </a:solidFill>
          <a:latin typeface="Arial" panose="020B0604020202020204" pitchFamily="34" charset="0"/>
          <a:ea typeface="宋体" panose="02010600030101010101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rgbClr val="FFFF00"/>
          </a:solidFill>
          <a:latin typeface="Arial" panose="020B0604020202020204" pitchFamily="34" charset="0"/>
          <a:ea typeface="宋体" panose="02010600030101010101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 b="1">
          <a:solidFill>
            <a:srgbClr val="FFFF00"/>
          </a:solidFill>
          <a:latin typeface="Arial" panose="020B0604020202020204" pitchFamily="34" charset="0"/>
          <a:ea typeface="宋体" panose="02010600030101010101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 b="1">
          <a:solidFill>
            <a:srgbClr val="FFFF00"/>
          </a:solidFill>
          <a:latin typeface="Arial" panose="020B0604020202020204" pitchFamily="34" charset="0"/>
          <a:ea typeface="宋体" panose="02010600030101010101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 b="1">
          <a:solidFill>
            <a:srgbClr val="FFFF00"/>
          </a:solidFill>
          <a:latin typeface="Arial" panose="020B0604020202020204" pitchFamily="34" charset="0"/>
          <a:ea typeface="宋体" panose="02010600030101010101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 b="1">
          <a:solidFill>
            <a:srgbClr val="FFFF00"/>
          </a:solidFill>
          <a:latin typeface="Arial" panose="020B0604020202020204" pitchFamily="34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rgbClr val="00FF00"/>
        </a:buClr>
        <a:buFont typeface="Wingdings" panose="05000000000000000000" pitchFamily="2" charset="2"/>
        <a:buChar char="Ø"/>
        <a:defRPr sz="3200" b="1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Blip>
          <a:blip r:embed="rId19"/>
        </a:buBlip>
        <a:defRPr sz="2800" b="1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Blip>
          <a:blip r:embed="rId19"/>
        </a:buBlip>
        <a:defRPr sz="2400" b="1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Blip>
          <a:blip r:embed="rId19"/>
        </a:buBlip>
        <a:defRPr sz="2000" b="1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Blip>
          <a:blip r:embed="rId19"/>
        </a:buBlip>
        <a:defRPr sz="2000" b="1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Blip>
          <a:blip r:embed="rId19"/>
        </a:buBlip>
        <a:defRPr sz="2000" b="1">
          <a:solidFill>
            <a:srgbClr val="FFFF00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Blip>
          <a:blip r:embed="rId19"/>
        </a:buBlip>
        <a:defRPr sz="2000" b="1">
          <a:solidFill>
            <a:srgbClr val="FFFF00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Blip>
          <a:blip r:embed="rId19"/>
        </a:buBlip>
        <a:defRPr sz="2000" b="1">
          <a:solidFill>
            <a:srgbClr val="FFFF00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Blip>
          <a:blip r:embed="rId19"/>
        </a:buBlip>
        <a:defRPr sz="2000" b="1">
          <a:solidFill>
            <a:srgbClr val="FFFF00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0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/>
      <p:sp>
        <p:nvSpPr>
          <p:cNvPr id="14" name="双波形 13"/>
          <p:cNvSpPr/>
          <p:nvPr userDrawn="1"/>
        </p:nvSpPr>
        <p:spPr>
          <a:xfrm>
            <a:off x="59267" y="725805"/>
            <a:ext cx="11082020" cy="120015"/>
          </a:xfrm>
          <a:prstGeom prst="doubleWave">
            <a:avLst>
              <a:gd name="adj1" fmla="val 6250"/>
              <a:gd name="adj2" fmla="val 0"/>
            </a:avLst>
          </a:prstGeom>
          <a:gradFill>
            <a:gsLst>
              <a:gs pos="0">
                <a:srgbClr val="FE4444"/>
              </a:gs>
              <a:gs pos="100000">
                <a:srgbClr val="832B2B"/>
              </a:gs>
            </a:gsLst>
            <a:lin ang="0" scaled="0"/>
          </a:gradFill>
          <a:ln>
            <a:noFill/>
          </a:ln>
          <a:effectLst>
            <a:softEdge rad="127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 fontAlgn="base"/>
            <a:endParaRPr lang="zh-CN" altLang="en-US" sz="3200" strike="noStrike" noProof="1"/>
          </a:p>
        </p:txBody>
      </p:sp>
      <p:sp>
        <p:nvSpPr>
          <p:cNvPr id="1026" name="Rectangle 2"/>
          <p:cNvSpPr>
            <a:spLocks noGrp="1"/>
          </p:cNvSpPr>
          <p:nvPr>
            <p:ph type="title"/>
          </p:nvPr>
        </p:nvSpPr>
        <p:spPr>
          <a:xfrm>
            <a:off x="609600" y="457200"/>
            <a:ext cx="10972800" cy="1143000"/>
          </a:xfrm>
          <a:prstGeom prst="rect">
            <a:avLst/>
          </a:prstGeom>
          <a:noFill/>
          <a:ln w="9525">
            <a:noFill/>
          </a:ln>
        </p:spPr>
        <p:txBody>
          <a:bodyPr anchor="ctr"/>
          <a:p>
            <a:pPr lvl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1027" name="Rectangle 3"/>
          <p:cNvSpPr>
            <a:spLocks noGrp="1"/>
          </p:cNvSpPr>
          <p:nvPr>
            <p:ph type="body"/>
          </p:nvPr>
        </p:nvSpPr>
        <p:spPr>
          <a:xfrm>
            <a:off x="609600" y="1600200"/>
            <a:ext cx="10972800" cy="4525963"/>
          </a:xfrm>
          <a:prstGeom prst="rect">
            <a:avLst/>
          </a:prstGeom>
          <a:noFill/>
          <a:ln w="9525">
            <a:noFill/>
          </a:ln>
        </p:spPr>
        <p:txBody>
          <a:bodyPr anchor="t"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 indent="-285750"/>
            <a:r>
              <a:rPr lang="zh-CN" altLang="en-US" dirty="0"/>
              <a:t>第二级</a:t>
            </a:r>
            <a:endParaRPr lang="zh-CN" altLang="en-US" dirty="0"/>
          </a:p>
          <a:p>
            <a:pPr lvl="2" indent="-228600"/>
            <a:r>
              <a:rPr lang="zh-CN" altLang="en-US" dirty="0"/>
              <a:t>第三级</a:t>
            </a:r>
            <a:endParaRPr lang="zh-CN" altLang="en-US" dirty="0"/>
          </a:p>
          <a:p>
            <a:pPr lvl="3" indent="-228600"/>
            <a:r>
              <a:rPr lang="zh-CN" altLang="en-US" dirty="0"/>
              <a:t>第四级</a:t>
            </a:r>
            <a:endParaRPr lang="zh-CN" altLang="en-US" dirty="0"/>
          </a:p>
          <a:p>
            <a:pPr lvl="4" indent="-228600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5225"/>
            <a:ext cx="28448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>
              <a:defRPr sz="1400">
                <a:latin typeface="+mn-lt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5225"/>
            <a:ext cx="38608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ctr">
              <a:defRPr sz="1400">
                <a:latin typeface="+mn-lt"/>
              </a:defRPr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5225"/>
            <a:ext cx="28448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>
              <a:defRPr sz="1400">
                <a:latin typeface="Arial" panose="020B0604020202020204" pitchFamily="34" charset="0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2AC53CD-A2F0-4746-AFA2-88787E7692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矩形 6"/>
          <p:cNvSpPr/>
          <p:nvPr userDrawn="1"/>
        </p:nvSpPr>
        <p:spPr bwMode="auto">
          <a:xfrm>
            <a:off x="0" y="6553199"/>
            <a:ext cx="12192000" cy="292101"/>
          </a:xfrm>
          <a:prstGeom prst="rect">
            <a:avLst/>
          </a:prstGeom>
          <a:gradFill>
            <a:gsLst>
              <a:gs pos="100000">
                <a:srgbClr val="B3CED5"/>
              </a:gs>
              <a:gs pos="0">
                <a:srgbClr val="DDE3D8"/>
              </a:gs>
            </a:gsLst>
            <a:lin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innerShdw blurRad="63500" dist="50800" dir="13500000">
              <a:prstClr val="black">
                <a:alpha val="50000"/>
              </a:prstClr>
            </a:innerShdw>
          </a:effectLst>
        </p:spPr>
        <p:txBody>
          <a:bodyPr>
            <a:scene3d>
              <a:camera prst="orthographicFront"/>
              <a:lightRig rig="threePt" dir="t"/>
            </a:scene3d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400" b="0" i="0" u="none" strike="noStrike" kern="1200" cap="none" spc="0" normalizeH="0" baseline="0" noProof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Rectangle 5"/>
          <p:cNvSpPr txBox="1">
            <a:spLocks noChangeArrowheads="1"/>
          </p:cNvSpPr>
          <p:nvPr userDrawn="1"/>
        </p:nvSpPr>
        <p:spPr bwMode="auto">
          <a:xfrm>
            <a:off x="8331200" y="6561138"/>
            <a:ext cx="3860800" cy="304800"/>
          </a:xfrm>
          <a:prstGeom prst="rect">
            <a:avLst/>
          </a:prstGeom>
          <a:noFill/>
          <a:ln>
            <a:noFill/>
          </a:ln>
          <a:effectLst/>
        </p:spPr>
        <p:txBody>
          <a:bodyPr/>
          <a:lstStyle>
            <a:defPPr>
              <a:defRPr lang="zh-CN"/>
            </a:defPPr>
            <a:lvl1pPr algn="ctr" rtl="0" eaLnBrk="1" fontAlgn="base" hangingPunct="1">
              <a:spcBef>
                <a:spcPct val="0"/>
              </a:spcBef>
              <a:spcAft>
                <a:spcPct val="0"/>
              </a:spcAft>
              <a:defRPr sz="1400" b="0" kern="1200">
                <a:solidFill>
                  <a:schemeClr val="accent1">
                    <a:lumMod val="50000"/>
                  </a:schemeClr>
                </a:solidFill>
                <a:latin typeface="隶书" panose="02010509060101010101" pitchFamily="49" charset="-122"/>
                <a:ea typeface="隶书" panose="02010509060101010101" pitchFamily="49" charset="-122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1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隶书" panose="02010509060101010101" pitchFamily="49" charset="-122"/>
                <a:ea typeface="隶书" panose="02010509060101010101" pitchFamily="49" charset="-122"/>
                <a:cs typeface="+mn-cs"/>
              </a:rPr>
              <a:t>厦门大学 高春仙</a:t>
            </a:r>
            <a:r>
              <a:rPr kumimoji="1" lang="en-US" altLang="zh-CN" sz="1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隶书" panose="02010509060101010101" pitchFamily="49" charset="-122"/>
                <a:ea typeface="隶书" panose="02010509060101010101" pitchFamily="49" charset="-122"/>
                <a:cs typeface="+mn-cs"/>
              </a:rPr>
              <a:t> </a:t>
            </a:r>
            <a:r>
              <a:rPr kumimoji="1" lang="zh-CN" altLang="en-US" sz="1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隶书" panose="02010509060101010101" pitchFamily="49" charset="-122"/>
                <a:ea typeface="隶书" panose="02010509060101010101" pitchFamily="49" charset="-122"/>
                <a:cs typeface="+mn-cs"/>
              </a:rPr>
              <a:t>苏为</a:t>
            </a:r>
            <a:endParaRPr kumimoji="1" lang="zh-CN" altLang="en-US" sz="14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隶书" panose="02010509060101010101" pitchFamily="49" charset="-122"/>
              <a:ea typeface="隶书" panose="02010509060101010101" pitchFamily="49" charset="-122"/>
              <a:cs typeface="+mn-cs"/>
            </a:endParaRPr>
          </a:p>
        </p:txBody>
      </p:sp>
      <p:sp>
        <p:nvSpPr>
          <p:cNvPr id="1034" name="Rectangle 6"/>
          <p:cNvSpPr>
            <a:spLocks noGrp="1"/>
          </p:cNvSpPr>
          <p:nvPr userDrawn="1"/>
        </p:nvSpPr>
        <p:spPr>
          <a:xfrm>
            <a:off x="3860800" y="6553200"/>
            <a:ext cx="4775200" cy="3048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t"/>
          <a:p>
            <a:pPr lvl="0" algn="ctr"/>
            <a:fld id="{9A0DB2DC-4C9A-4742-B13C-FB6460FD3503}" type="slidenum">
              <a:rPr lang="en-US" altLang="zh-CN" sz="1400" dirty="0">
                <a:latin typeface="Arial" panose="020B0604020202020204" pitchFamily="34" charset="0"/>
                <a:ea typeface="宋体" panose="02010600030101010101" pitchFamily="2" charset="-122"/>
              </a:rPr>
            </a:fld>
            <a:endParaRPr lang="en-US" altLang="zh-CN" sz="14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pic>
        <p:nvPicPr>
          <p:cNvPr id="8" name="图片 7" descr="&amp;pky8089305357&amp;"/>
          <p:cNvPicPr>
            <a:picLocks noChangeAspect="1"/>
          </p:cNvPicPr>
          <p:nvPr userDrawn="1"/>
        </p:nvPicPr>
        <p:blipFill>
          <a:blip r:embed="rId18"/>
          <a:stretch>
            <a:fillRect/>
          </a:stretch>
        </p:blipFill>
        <p:spPr>
          <a:xfrm>
            <a:off x="0" y="0"/>
            <a:ext cx="1491827" cy="745490"/>
          </a:xfrm>
          <a:prstGeom prst="rect">
            <a:avLst/>
          </a:prstGeom>
          <a:effectLst>
            <a:softEdge rad="63500"/>
          </a:effec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811" r:id="rId1"/>
    <p:sldLayoutId id="2147483812" r:id="rId2"/>
    <p:sldLayoutId id="2147483813" r:id="rId3"/>
    <p:sldLayoutId id="2147483814" r:id="rId4"/>
    <p:sldLayoutId id="2147483815" r:id="rId5"/>
    <p:sldLayoutId id="2147483816" r:id="rId6"/>
    <p:sldLayoutId id="2147483817" r:id="rId7"/>
    <p:sldLayoutId id="2147483818" r:id="rId8"/>
    <p:sldLayoutId id="2147483819" r:id="rId9"/>
    <p:sldLayoutId id="2147483820" r:id="rId10"/>
    <p:sldLayoutId id="2147483821" r:id="rId11"/>
    <p:sldLayoutId id="2147483822" r:id="rId12"/>
    <p:sldLayoutId id="2147483823" r:id="rId13"/>
    <p:sldLayoutId id="2147483824" r:id="rId14"/>
    <p:sldLayoutId id="2147483825" r:id="rId15"/>
    <p:sldLayoutId id="2147483826" r:id="rId16"/>
    <p:sldLayoutId id="2147483827" r:id="rId17"/>
  </p:sldLayoutIdLst>
  <p:transition/>
  <p:hf sldNum="0"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tx1"/>
          </a:solidFill>
          <a:latin typeface="隶书" panose="02010509060101010101" pitchFamily="49" charset="-122"/>
          <a:ea typeface="隶书" panose="02010509060101010101" pitchFamily="49" charset="-122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rgbClr val="FFFF00"/>
          </a:solidFill>
          <a:latin typeface="Arial" panose="020B0604020202020204" pitchFamily="34" charset="0"/>
          <a:ea typeface="宋体" panose="02010600030101010101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rgbClr val="FFFF00"/>
          </a:solidFill>
          <a:latin typeface="Arial" panose="020B0604020202020204" pitchFamily="34" charset="0"/>
          <a:ea typeface="宋体" panose="02010600030101010101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rgbClr val="FFFF00"/>
          </a:solidFill>
          <a:latin typeface="Arial" panose="020B0604020202020204" pitchFamily="34" charset="0"/>
          <a:ea typeface="宋体" panose="02010600030101010101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rgbClr val="FFFF00"/>
          </a:solidFill>
          <a:latin typeface="Arial" panose="020B0604020202020204" pitchFamily="34" charset="0"/>
          <a:ea typeface="宋体" panose="02010600030101010101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 b="1">
          <a:solidFill>
            <a:srgbClr val="FFFF00"/>
          </a:solidFill>
          <a:latin typeface="Arial" panose="020B0604020202020204" pitchFamily="34" charset="0"/>
          <a:ea typeface="宋体" panose="02010600030101010101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 b="1">
          <a:solidFill>
            <a:srgbClr val="FFFF00"/>
          </a:solidFill>
          <a:latin typeface="Arial" panose="020B0604020202020204" pitchFamily="34" charset="0"/>
          <a:ea typeface="宋体" panose="02010600030101010101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 b="1">
          <a:solidFill>
            <a:srgbClr val="FFFF00"/>
          </a:solidFill>
          <a:latin typeface="Arial" panose="020B0604020202020204" pitchFamily="34" charset="0"/>
          <a:ea typeface="宋体" panose="02010600030101010101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 b="1">
          <a:solidFill>
            <a:srgbClr val="FFFF00"/>
          </a:solidFill>
          <a:latin typeface="Arial" panose="020B0604020202020204" pitchFamily="34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rgbClr val="00FF00"/>
        </a:buClr>
        <a:buFont typeface="Wingdings" panose="05000000000000000000" pitchFamily="2" charset="2"/>
        <a:buChar char="Ø"/>
        <a:defRPr sz="3200" b="1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Blip>
          <a:blip r:embed="rId19"/>
        </a:buBlip>
        <a:defRPr sz="2800" b="1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Blip>
          <a:blip r:embed="rId19"/>
        </a:buBlip>
        <a:defRPr sz="2400" b="1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Blip>
          <a:blip r:embed="rId19"/>
        </a:buBlip>
        <a:defRPr sz="2000" b="1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Blip>
          <a:blip r:embed="rId19"/>
        </a:buBlip>
        <a:defRPr sz="2000" b="1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Blip>
          <a:blip r:embed="rId19"/>
        </a:buBlip>
        <a:defRPr sz="2000" b="1">
          <a:solidFill>
            <a:srgbClr val="FFFF00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Blip>
          <a:blip r:embed="rId19"/>
        </a:buBlip>
        <a:defRPr sz="2000" b="1">
          <a:solidFill>
            <a:srgbClr val="FFFF00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Blip>
          <a:blip r:embed="rId19"/>
        </a:buBlip>
        <a:defRPr sz="2000" b="1">
          <a:solidFill>
            <a:srgbClr val="FFFF00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Blip>
          <a:blip r:embed="rId19"/>
        </a:buBlip>
        <a:defRPr sz="2000" b="1">
          <a:solidFill>
            <a:srgbClr val="FFFF00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/>
      <p:sp>
        <p:nvSpPr>
          <p:cNvPr id="14" name="双波形 13"/>
          <p:cNvSpPr/>
          <p:nvPr userDrawn="1"/>
        </p:nvSpPr>
        <p:spPr>
          <a:xfrm>
            <a:off x="59267" y="725805"/>
            <a:ext cx="11082020" cy="120015"/>
          </a:xfrm>
          <a:prstGeom prst="doubleWave">
            <a:avLst>
              <a:gd name="adj1" fmla="val 6250"/>
              <a:gd name="adj2" fmla="val 0"/>
            </a:avLst>
          </a:prstGeom>
          <a:gradFill>
            <a:gsLst>
              <a:gs pos="0">
                <a:srgbClr val="FE4444"/>
              </a:gs>
              <a:gs pos="100000">
                <a:srgbClr val="832B2B"/>
              </a:gs>
            </a:gsLst>
            <a:lin ang="0" scaled="0"/>
          </a:gradFill>
          <a:ln>
            <a:noFill/>
          </a:ln>
          <a:effectLst>
            <a:softEdge rad="127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 fontAlgn="base"/>
            <a:endParaRPr lang="zh-CN" altLang="en-US" sz="3200" strike="noStrike" noProof="1"/>
          </a:p>
        </p:txBody>
      </p:sp>
      <p:sp>
        <p:nvSpPr>
          <p:cNvPr id="1026" name="Rectangle 2"/>
          <p:cNvSpPr>
            <a:spLocks noGrp="1"/>
          </p:cNvSpPr>
          <p:nvPr>
            <p:ph type="title"/>
          </p:nvPr>
        </p:nvSpPr>
        <p:spPr>
          <a:xfrm>
            <a:off x="609600" y="457200"/>
            <a:ext cx="10972800" cy="1143000"/>
          </a:xfrm>
          <a:prstGeom prst="rect">
            <a:avLst/>
          </a:prstGeom>
          <a:noFill/>
          <a:ln w="9525">
            <a:noFill/>
          </a:ln>
        </p:spPr>
        <p:txBody>
          <a:bodyPr anchor="ctr"/>
          <a:p>
            <a:pPr lvl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1027" name="Rectangle 3"/>
          <p:cNvSpPr>
            <a:spLocks noGrp="1"/>
          </p:cNvSpPr>
          <p:nvPr>
            <p:ph type="body"/>
          </p:nvPr>
        </p:nvSpPr>
        <p:spPr>
          <a:xfrm>
            <a:off x="609600" y="1600200"/>
            <a:ext cx="10972800" cy="4525963"/>
          </a:xfrm>
          <a:prstGeom prst="rect">
            <a:avLst/>
          </a:prstGeom>
          <a:noFill/>
          <a:ln w="9525">
            <a:noFill/>
          </a:ln>
        </p:spPr>
        <p:txBody>
          <a:bodyPr anchor="t"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 indent="-285750"/>
            <a:r>
              <a:rPr lang="zh-CN" altLang="en-US" dirty="0"/>
              <a:t>第二级</a:t>
            </a:r>
            <a:endParaRPr lang="zh-CN" altLang="en-US" dirty="0"/>
          </a:p>
          <a:p>
            <a:pPr lvl="2" indent="-228600"/>
            <a:r>
              <a:rPr lang="zh-CN" altLang="en-US" dirty="0"/>
              <a:t>第三级</a:t>
            </a:r>
            <a:endParaRPr lang="zh-CN" altLang="en-US" dirty="0"/>
          </a:p>
          <a:p>
            <a:pPr lvl="3" indent="-228600"/>
            <a:r>
              <a:rPr lang="zh-CN" altLang="en-US" dirty="0"/>
              <a:t>第四级</a:t>
            </a:r>
            <a:endParaRPr lang="zh-CN" altLang="en-US" dirty="0"/>
          </a:p>
          <a:p>
            <a:pPr lvl="4" indent="-228600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5225"/>
            <a:ext cx="28448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>
              <a:defRPr sz="1400">
                <a:latin typeface="+mn-lt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5225"/>
            <a:ext cx="38608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ctr">
              <a:defRPr sz="1400">
                <a:latin typeface="+mn-lt"/>
              </a:defRPr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5225"/>
            <a:ext cx="28448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>
              <a:defRPr sz="1400">
                <a:latin typeface="Arial" panose="020B0604020202020204" pitchFamily="34" charset="0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2AC53CD-A2F0-4746-AFA2-88787E7692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矩形 6"/>
          <p:cNvSpPr/>
          <p:nvPr userDrawn="1"/>
        </p:nvSpPr>
        <p:spPr bwMode="auto">
          <a:xfrm>
            <a:off x="0" y="6553199"/>
            <a:ext cx="12192000" cy="292101"/>
          </a:xfrm>
          <a:prstGeom prst="rect">
            <a:avLst/>
          </a:prstGeom>
          <a:gradFill>
            <a:gsLst>
              <a:gs pos="100000">
                <a:srgbClr val="B3CED5"/>
              </a:gs>
              <a:gs pos="0">
                <a:srgbClr val="DDE3D8"/>
              </a:gs>
            </a:gsLst>
            <a:lin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innerShdw blurRad="63500" dist="50800" dir="13500000">
              <a:prstClr val="black">
                <a:alpha val="50000"/>
              </a:prstClr>
            </a:innerShdw>
          </a:effectLst>
        </p:spPr>
        <p:txBody>
          <a:bodyPr>
            <a:scene3d>
              <a:camera prst="orthographicFront"/>
              <a:lightRig rig="threePt" dir="t"/>
            </a:scene3d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400" b="0" i="0" u="none" strike="noStrike" kern="1200" cap="none" spc="0" normalizeH="0" baseline="0" noProof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Rectangle 5"/>
          <p:cNvSpPr txBox="1">
            <a:spLocks noChangeArrowheads="1"/>
          </p:cNvSpPr>
          <p:nvPr userDrawn="1"/>
        </p:nvSpPr>
        <p:spPr bwMode="auto">
          <a:xfrm>
            <a:off x="8331200" y="6561138"/>
            <a:ext cx="3860800" cy="304800"/>
          </a:xfrm>
          <a:prstGeom prst="rect">
            <a:avLst/>
          </a:prstGeom>
          <a:noFill/>
          <a:ln>
            <a:noFill/>
          </a:ln>
          <a:effectLst/>
        </p:spPr>
        <p:txBody>
          <a:bodyPr/>
          <a:lstStyle>
            <a:defPPr>
              <a:defRPr lang="zh-CN"/>
            </a:defPPr>
            <a:lvl1pPr algn="ctr" rtl="0" eaLnBrk="1" fontAlgn="base" hangingPunct="1">
              <a:spcBef>
                <a:spcPct val="0"/>
              </a:spcBef>
              <a:spcAft>
                <a:spcPct val="0"/>
              </a:spcAft>
              <a:defRPr sz="1400" b="0" kern="1200">
                <a:solidFill>
                  <a:schemeClr val="accent1">
                    <a:lumMod val="50000"/>
                  </a:schemeClr>
                </a:solidFill>
                <a:latin typeface="隶书" panose="02010509060101010101" pitchFamily="49" charset="-122"/>
                <a:ea typeface="隶书" panose="02010509060101010101" pitchFamily="49" charset="-122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1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隶书" panose="02010509060101010101" pitchFamily="49" charset="-122"/>
                <a:ea typeface="隶书" panose="02010509060101010101" pitchFamily="49" charset="-122"/>
                <a:cs typeface="+mn-cs"/>
              </a:rPr>
              <a:t>厦门大学 高春仙</a:t>
            </a:r>
            <a:r>
              <a:rPr kumimoji="1" lang="en-US" altLang="zh-CN" sz="1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隶书" panose="02010509060101010101" pitchFamily="49" charset="-122"/>
                <a:ea typeface="隶书" panose="02010509060101010101" pitchFamily="49" charset="-122"/>
                <a:cs typeface="+mn-cs"/>
              </a:rPr>
              <a:t> </a:t>
            </a:r>
            <a:r>
              <a:rPr kumimoji="1" lang="zh-CN" altLang="en-US" sz="1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隶书" panose="02010509060101010101" pitchFamily="49" charset="-122"/>
                <a:ea typeface="隶书" panose="02010509060101010101" pitchFamily="49" charset="-122"/>
                <a:cs typeface="+mn-cs"/>
              </a:rPr>
              <a:t>苏为</a:t>
            </a:r>
            <a:endParaRPr kumimoji="1" lang="zh-CN" altLang="en-US" sz="14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隶书" panose="02010509060101010101" pitchFamily="49" charset="-122"/>
              <a:ea typeface="隶书" panose="02010509060101010101" pitchFamily="49" charset="-122"/>
              <a:cs typeface="+mn-cs"/>
            </a:endParaRPr>
          </a:p>
        </p:txBody>
      </p:sp>
      <p:sp>
        <p:nvSpPr>
          <p:cNvPr id="1034" name="Rectangle 6"/>
          <p:cNvSpPr>
            <a:spLocks noGrp="1"/>
          </p:cNvSpPr>
          <p:nvPr userDrawn="1"/>
        </p:nvSpPr>
        <p:spPr>
          <a:xfrm>
            <a:off x="3860800" y="6553200"/>
            <a:ext cx="4775200" cy="3048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t"/>
          <a:p>
            <a:pPr lvl="0" algn="ctr"/>
            <a:fld id="{9A0DB2DC-4C9A-4742-B13C-FB6460FD3503}" type="slidenum">
              <a:rPr lang="en-US" altLang="zh-CN" sz="1400" dirty="0">
                <a:latin typeface="Arial" panose="020B0604020202020204" pitchFamily="34" charset="0"/>
                <a:ea typeface="宋体" panose="02010600030101010101" pitchFamily="2" charset="-122"/>
              </a:rPr>
            </a:fld>
            <a:endParaRPr lang="en-US" altLang="zh-CN" sz="14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pic>
        <p:nvPicPr>
          <p:cNvPr id="8" name="图片 7" descr="&amp;pky8089305357&amp;"/>
          <p:cNvPicPr>
            <a:picLocks noChangeAspect="1"/>
          </p:cNvPicPr>
          <p:nvPr userDrawn="1"/>
        </p:nvPicPr>
        <p:blipFill>
          <a:blip r:embed="rId18"/>
          <a:stretch>
            <a:fillRect/>
          </a:stretch>
        </p:blipFill>
        <p:spPr>
          <a:xfrm>
            <a:off x="0" y="0"/>
            <a:ext cx="1491827" cy="745490"/>
          </a:xfrm>
          <a:prstGeom prst="rect">
            <a:avLst/>
          </a:prstGeom>
          <a:effectLst>
            <a:softEdge rad="63500"/>
          </a:effec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829" r:id="rId1"/>
    <p:sldLayoutId id="2147483830" r:id="rId2"/>
    <p:sldLayoutId id="2147483831" r:id="rId3"/>
    <p:sldLayoutId id="2147483832" r:id="rId4"/>
    <p:sldLayoutId id="2147483833" r:id="rId5"/>
    <p:sldLayoutId id="2147483834" r:id="rId6"/>
    <p:sldLayoutId id="2147483835" r:id="rId7"/>
    <p:sldLayoutId id="2147483836" r:id="rId8"/>
    <p:sldLayoutId id="2147483837" r:id="rId9"/>
    <p:sldLayoutId id="2147483838" r:id="rId10"/>
    <p:sldLayoutId id="2147483839" r:id="rId11"/>
    <p:sldLayoutId id="2147483840" r:id="rId12"/>
    <p:sldLayoutId id="2147483841" r:id="rId13"/>
    <p:sldLayoutId id="2147483842" r:id="rId14"/>
    <p:sldLayoutId id="2147483843" r:id="rId15"/>
    <p:sldLayoutId id="2147483844" r:id="rId16"/>
    <p:sldLayoutId id="2147483845" r:id="rId17"/>
  </p:sldLayoutIdLst>
  <p:transition/>
  <p:hf sldNum="0"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tx1"/>
          </a:solidFill>
          <a:latin typeface="隶书" panose="02010509060101010101" pitchFamily="49" charset="-122"/>
          <a:ea typeface="隶书" panose="02010509060101010101" pitchFamily="49" charset="-122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rgbClr val="FFFF00"/>
          </a:solidFill>
          <a:latin typeface="Arial" panose="020B0604020202020204" pitchFamily="34" charset="0"/>
          <a:ea typeface="宋体" panose="02010600030101010101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rgbClr val="FFFF00"/>
          </a:solidFill>
          <a:latin typeface="Arial" panose="020B0604020202020204" pitchFamily="34" charset="0"/>
          <a:ea typeface="宋体" panose="02010600030101010101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rgbClr val="FFFF00"/>
          </a:solidFill>
          <a:latin typeface="Arial" panose="020B0604020202020204" pitchFamily="34" charset="0"/>
          <a:ea typeface="宋体" panose="02010600030101010101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rgbClr val="FFFF00"/>
          </a:solidFill>
          <a:latin typeface="Arial" panose="020B0604020202020204" pitchFamily="34" charset="0"/>
          <a:ea typeface="宋体" panose="02010600030101010101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 b="1">
          <a:solidFill>
            <a:srgbClr val="FFFF00"/>
          </a:solidFill>
          <a:latin typeface="Arial" panose="020B0604020202020204" pitchFamily="34" charset="0"/>
          <a:ea typeface="宋体" panose="02010600030101010101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 b="1">
          <a:solidFill>
            <a:srgbClr val="FFFF00"/>
          </a:solidFill>
          <a:latin typeface="Arial" panose="020B0604020202020204" pitchFamily="34" charset="0"/>
          <a:ea typeface="宋体" panose="02010600030101010101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 b="1">
          <a:solidFill>
            <a:srgbClr val="FFFF00"/>
          </a:solidFill>
          <a:latin typeface="Arial" panose="020B0604020202020204" pitchFamily="34" charset="0"/>
          <a:ea typeface="宋体" panose="02010600030101010101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 b="1">
          <a:solidFill>
            <a:srgbClr val="FFFF00"/>
          </a:solidFill>
          <a:latin typeface="Arial" panose="020B0604020202020204" pitchFamily="34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rgbClr val="00FF00"/>
        </a:buClr>
        <a:buFont typeface="Wingdings" panose="05000000000000000000" pitchFamily="2" charset="2"/>
        <a:buChar char="Ø"/>
        <a:defRPr sz="3200" b="1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Blip>
          <a:blip r:embed="rId19"/>
        </a:buBlip>
        <a:defRPr sz="2800" b="1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Blip>
          <a:blip r:embed="rId19"/>
        </a:buBlip>
        <a:defRPr sz="2400" b="1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Blip>
          <a:blip r:embed="rId19"/>
        </a:buBlip>
        <a:defRPr sz="2000" b="1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Blip>
          <a:blip r:embed="rId19"/>
        </a:buBlip>
        <a:defRPr sz="2000" b="1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Blip>
          <a:blip r:embed="rId19"/>
        </a:buBlip>
        <a:defRPr sz="2000" b="1">
          <a:solidFill>
            <a:srgbClr val="FFFF00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Blip>
          <a:blip r:embed="rId19"/>
        </a:buBlip>
        <a:defRPr sz="2000" b="1">
          <a:solidFill>
            <a:srgbClr val="FFFF00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Blip>
          <a:blip r:embed="rId19"/>
        </a:buBlip>
        <a:defRPr sz="2000" b="1">
          <a:solidFill>
            <a:srgbClr val="FFFF00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Blip>
          <a:blip r:embed="rId19"/>
        </a:buBlip>
        <a:defRPr sz="2000" b="1">
          <a:solidFill>
            <a:srgbClr val="FFFF00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/>
      <p:sp>
        <p:nvSpPr>
          <p:cNvPr id="14" name="双波形 13"/>
          <p:cNvSpPr/>
          <p:nvPr userDrawn="1"/>
        </p:nvSpPr>
        <p:spPr>
          <a:xfrm>
            <a:off x="59267" y="725805"/>
            <a:ext cx="11082020" cy="120015"/>
          </a:xfrm>
          <a:prstGeom prst="doubleWave">
            <a:avLst>
              <a:gd name="adj1" fmla="val 6250"/>
              <a:gd name="adj2" fmla="val 0"/>
            </a:avLst>
          </a:prstGeom>
          <a:gradFill>
            <a:gsLst>
              <a:gs pos="0">
                <a:srgbClr val="FE4444"/>
              </a:gs>
              <a:gs pos="100000">
                <a:srgbClr val="832B2B"/>
              </a:gs>
            </a:gsLst>
            <a:lin ang="0" scaled="0"/>
          </a:gradFill>
          <a:ln>
            <a:noFill/>
          </a:ln>
          <a:effectLst>
            <a:softEdge rad="127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 fontAlgn="base"/>
            <a:endParaRPr lang="zh-CN" altLang="en-US" sz="3200" strike="noStrike" noProof="1"/>
          </a:p>
        </p:txBody>
      </p:sp>
      <p:sp>
        <p:nvSpPr>
          <p:cNvPr id="1026" name="Rectangle 2"/>
          <p:cNvSpPr>
            <a:spLocks noGrp="1"/>
          </p:cNvSpPr>
          <p:nvPr>
            <p:ph type="title"/>
          </p:nvPr>
        </p:nvSpPr>
        <p:spPr>
          <a:xfrm>
            <a:off x="609600" y="457200"/>
            <a:ext cx="10972800" cy="1143000"/>
          </a:xfrm>
          <a:prstGeom prst="rect">
            <a:avLst/>
          </a:prstGeom>
          <a:noFill/>
          <a:ln w="9525">
            <a:noFill/>
          </a:ln>
        </p:spPr>
        <p:txBody>
          <a:bodyPr anchor="ctr"/>
          <a:p>
            <a:pPr lvl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1027" name="Rectangle 3"/>
          <p:cNvSpPr>
            <a:spLocks noGrp="1"/>
          </p:cNvSpPr>
          <p:nvPr>
            <p:ph type="body"/>
          </p:nvPr>
        </p:nvSpPr>
        <p:spPr>
          <a:xfrm>
            <a:off x="609600" y="1600200"/>
            <a:ext cx="10972800" cy="4525963"/>
          </a:xfrm>
          <a:prstGeom prst="rect">
            <a:avLst/>
          </a:prstGeom>
          <a:noFill/>
          <a:ln w="9525">
            <a:noFill/>
          </a:ln>
        </p:spPr>
        <p:txBody>
          <a:bodyPr anchor="t"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 indent="-285750"/>
            <a:r>
              <a:rPr lang="zh-CN" altLang="en-US" dirty="0"/>
              <a:t>第二级</a:t>
            </a:r>
            <a:endParaRPr lang="zh-CN" altLang="en-US" dirty="0"/>
          </a:p>
          <a:p>
            <a:pPr lvl="2" indent="-228600"/>
            <a:r>
              <a:rPr lang="zh-CN" altLang="en-US" dirty="0"/>
              <a:t>第三级</a:t>
            </a:r>
            <a:endParaRPr lang="zh-CN" altLang="en-US" dirty="0"/>
          </a:p>
          <a:p>
            <a:pPr lvl="3" indent="-228600"/>
            <a:r>
              <a:rPr lang="zh-CN" altLang="en-US" dirty="0"/>
              <a:t>第四级</a:t>
            </a:r>
            <a:endParaRPr lang="zh-CN" altLang="en-US" dirty="0"/>
          </a:p>
          <a:p>
            <a:pPr lvl="4" indent="-228600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5225"/>
            <a:ext cx="28448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>
              <a:defRPr sz="1400">
                <a:latin typeface="+mn-lt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5225"/>
            <a:ext cx="38608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ctr">
              <a:defRPr sz="1400">
                <a:latin typeface="+mn-lt"/>
              </a:defRPr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5225"/>
            <a:ext cx="28448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>
              <a:defRPr sz="1400">
                <a:latin typeface="Arial" panose="020B0604020202020204" pitchFamily="34" charset="0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2AC53CD-A2F0-4746-AFA2-88787E7692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矩形 6"/>
          <p:cNvSpPr/>
          <p:nvPr userDrawn="1"/>
        </p:nvSpPr>
        <p:spPr bwMode="auto">
          <a:xfrm>
            <a:off x="0" y="6553199"/>
            <a:ext cx="12192000" cy="292101"/>
          </a:xfrm>
          <a:prstGeom prst="rect">
            <a:avLst/>
          </a:prstGeom>
          <a:gradFill>
            <a:gsLst>
              <a:gs pos="100000">
                <a:srgbClr val="B3CED5"/>
              </a:gs>
              <a:gs pos="0">
                <a:srgbClr val="DDE3D8"/>
              </a:gs>
            </a:gsLst>
            <a:lin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innerShdw blurRad="63500" dist="50800" dir="13500000">
              <a:prstClr val="black">
                <a:alpha val="50000"/>
              </a:prstClr>
            </a:innerShdw>
          </a:effectLst>
        </p:spPr>
        <p:txBody>
          <a:bodyPr>
            <a:scene3d>
              <a:camera prst="orthographicFront"/>
              <a:lightRig rig="threePt" dir="t"/>
            </a:scene3d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400" b="0" i="0" u="none" strike="noStrike" kern="1200" cap="none" spc="0" normalizeH="0" baseline="0" noProof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Rectangle 5"/>
          <p:cNvSpPr txBox="1">
            <a:spLocks noChangeArrowheads="1"/>
          </p:cNvSpPr>
          <p:nvPr userDrawn="1"/>
        </p:nvSpPr>
        <p:spPr bwMode="auto">
          <a:xfrm>
            <a:off x="8331200" y="6561138"/>
            <a:ext cx="3860800" cy="304800"/>
          </a:xfrm>
          <a:prstGeom prst="rect">
            <a:avLst/>
          </a:prstGeom>
          <a:noFill/>
          <a:ln>
            <a:noFill/>
          </a:ln>
          <a:effectLst/>
        </p:spPr>
        <p:txBody>
          <a:bodyPr/>
          <a:lstStyle>
            <a:defPPr>
              <a:defRPr lang="zh-CN"/>
            </a:defPPr>
            <a:lvl1pPr algn="ctr" rtl="0" eaLnBrk="1" fontAlgn="base" hangingPunct="1">
              <a:spcBef>
                <a:spcPct val="0"/>
              </a:spcBef>
              <a:spcAft>
                <a:spcPct val="0"/>
              </a:spcAft>
              <a:defRPr sz="1400" b="0" kern="1200">
                <a:solidFill>
                  <a:schemeClr val="accent1">
                    <a:lumMod val="50000"/>
                  </a:schemeClr>
                </a:solidFill>
                <a:latin typeface="隶书" panose="02010509060101010101" pitchFamily="49" charset="-122"/>
                <a:ea typeface="隶书" panose="02010509060101010101" pitchFamily="49" charset="-122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1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隶书" panose="02010509060101010101" pitchFamily="49" charset="-122"/>
                <a:ea typeface="隶书" panose="02010509060101010101" pitchFamily="49" charset="-122"/>
                <a:cs typeface="+mn-cs"/>
              </a:rPr>
              <a:t>厦门大学 高春仙</a:t>
            </a:r>
            <a:r>
              <a:rPr kumimoji="1" lang="en-US" altLang="zh-CN" sz="1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隶书" panose="02010509060101010101" pitchFamily="49" charset="-122"/>
                <a:ea typeface="隶书" panose="02010509060101010101" pitchFamily="49" charset="-122"/>
                <a:cs typeface="+mn-cs"/>
              </a:rPr>
              <a:t> </a:t>
            </a:r>
            <a:r>
              <a:rPr kumimoji="1" lang="zh-CN" altLang="en-US" sz="1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隶书" panose="02010509060101010101" pitchFamily="49" charset="-122"/>
                <a:ea typeface="隶书" panose="02010509060101010101" pitchFamily="49" charset="-122"/>
                <a:cs typeface="+mn-cs"/>
              </a:rPr>
              <a:t>苏为</a:t>
            </a:r>
            <a:endParaRPr kumimoji="1" lang="zh-CN" altLang="en-US" sz="14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隶书" panose="02010509060101010101" pitchFamily="49" charset="-122"/>
              <a:ea typeface="隶书" panose="02010509060101010101" pitchFamily="49" charset="-122"/>
              <a:cs typeface="+mn-cs"/>
            </a:endParaRPr>
          </a:p>
        </p:txBody>
      </p:sp>
      <p:sp>
        <p:nvSpPr>
          <p:cNvPr id="1034" name="Rectangle 6"/>
          <p:cNvSpPr>
            <a:spLocks noGrp="1"/>
          </p:cNvSpPr>
          <p:nvPr userDrawn="1"/>
        </p:nvSpPr>
        <p:spPr>
          <a:xfrm>
            <a:off x="3860800" y="6553200"/>
            <a:ext cx="4775200" cy="3048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t"/>
          <a:p>
            <a:pPr lvl="0" algn="ctr"/>
            <a:fld id="{9A0DB2DC-4C9A-4742-B13C-FB6460FD3503}" type="slidenum">
              <a:rPr lang="en-US" altLang="zh-CN" sz="1400" dirty="0">
                <a:latin typeface="Arial" panose="020B0604020202020204" pitchFamily="34" charset="0"/>
                <a:ea typeface="宋体" panose="02010600030101010101" pitchFamily="2" charset="-122"/>
              </a:rPr>
            </a:fld>
            <a:endParaRPr lang="en-US" altLang="zh-CN" sz="14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pic>
        <p:nvPicPr>
          <p:cNvPr id="8" name="图片 7" descr="&amp;pky8089305357&amp;"/>
          <p:cNvPicPr>
            <a:picLocks noChangeAspect="1"/>
          </p:cNvPicPr>
          <p:nvPr userDrawn="1"/>
        </p:nvPicPr>
        <p:blipFill>
          <a:blip r:embed="rId18"/>
          <a:stretch>
            <a:fillRect/>
          </a:stretch>
        </p:blipFill>
        <p:spPr>
          <a:xfrm>
            <a:off x="0" y="0"/>
            <a:ext cx="1491827" cy="745490"/>
          </a:xfrm>
          <a:prstGeom prst="rect">
            <a:avLst/>
          </a:prstGeom>
          <a:effectLst>
            <a:softEdge rad="63500"/>
          </a:effec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847" r:id="rId1"/>
    <p:sldLayoutId id="2147483848" r:id="rId2"/>
    <p:sldLayoutId id="2147483849" r:id="rId3"/>
    <p:sldLayoutId id="2147483850" r:id="rId4"/>
    <p:sldLayoutId id="2147483851" r:id="rId5"/>
    <p:sldLayoutId id="2147483852" r:id="rId6"/>
    <p:sldLayoutId id="2147483853" r:id="rId7"/>
    <p:sldLayoutId id="2147483854" r:id="rId8"/>
    <p:sldLayoutId id="2147483855" r:id="rId9"/>
    <p:sldLayoutId id="2147483856" r:id="rId10"/>
    <p:sldLayoutId id="2147483857" r:id="rId11"/>
    <p:sldLayoutId id="2147483858" r:id="rId12"/>
    <p:sldLayoutId id="2147483859" r:id="rId13"/>
    <p:sldLayoutId id="2147483860" r:id="rId14"/>
    <p:sldLayoutId id="2147483861" r:id="rId15"/>
    <p:sldLayoutId id="2147483862" r:id="rId16"/>
    <p:sldLayoutId id="2147483863" r:id="rId17"/>
  </p:sldLayoutIdLst>
  <p:transition/>
  <p:hf sldNum="0"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tx1"/>
          </a:solidFill>
          <a:latin typeface="隶书" panose="02010509060101010101" pitchFamily="49" charset="-122"/>
          <a:ea typeface="隶书" panose="02010509060101010101" pitchFamily="49" charset="-122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rgbClr val="FFFF00"/>
          </a:solidFill>
          <a:latin typeface="Arial" panose="020B0604020202020204" pitchFamily="34" charset="0"/>
          <a:ea typeface="宋体" panose="02010600030101010101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rgbClr val="FFFF00"/>
          </a:solidFill>
          <a:latin typeface="Arial" panose="020B0604020202020204" pitchFamily="34" charset="0"/>
          <a:ea typeface="宋体" panose="02010600030101010101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rgbClr val="FFFF00"/>
          </a:solidFill>
          <a:latin typeface="Arial" panose="020B0604020202020204" pitchFamily="34" charset="0"/>
          <a:ea typeface="宋体" panose="02010600030101010101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rgbClr val="FFFF00"/>
          </a:solidFill>
          <a:latin typeface="Arial" panose="020B0604020202020204" pitchFamily="34" charset="0"/>
          <a:ea typeface="宋体" panose="02010600030101010101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 b="1">
          <a:solidFill>
            <a:srgbClr val="FFFF00"/>
          </a:solidFill>
          <a:latin typeface="Arial" panose="020B0604020202020204" pitchFamily="34" charset="0"/>
          <a:ea typeface="宋体" panose="02010600030101010101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 b="1">
          <a:solidFill>
            <a:srgbClr val="FFFF00"/>
          </a:solidFill>
          <a:latin typeface="Arial" panose="020B0604020202020204" pitchFamily="34" charset="0"/>
          <a:ea typeface="宋体" panose="02010600030101010101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 b="1">
          <a:solidFill>
            <a:srgbClr val="FFFF00"/>
          </a:solidFill>
          <a:latin typeface="Arial" panose="020B0604020202020204" pitchFamily="34" charset="0"/>
          <a:ea typeface="宋体" panose="02010600030101010101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 b="1">
          <a:solidFill>
            <a:srgbClr val="FFFF00"/>
          </a:solidFill>
          <a:latin typeface="Arial" panose="020B0604020202020204" pitchFamily="34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rgbClr val="00FF00"/>
        </a:buClr>
        <a:buFont typeface="Wingdings" panose="05000000000000000000" pitchFamily="2" charset="2"/>
        <a:buChar char="Ø"/>
        <a:defRPr sz="3200" b="1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Blip>
          <a:blip r:embed="rId19"/>
        </a:buBlip>
        <a:defRPr sz="2800" b="1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Blip>
          <a:blip r:embed="rId19"/>
        </a:buBlip>
        <a:defRPr sz="2400" b="1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Blip>
          <a:blip r:embed="rId19"/>
        </a:buBlip>
        <a:defRPr sz="2000" b="1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Blip>
          <a:blip r:embed="rId19"/>
        </a:buBlip>
        <a:defRPr sz="2000" b="1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Blip>
          <a:blip r:embed="rId19"/>
        </a:buBlip>
        <a:defRPr sz="2000" b="1">
          <a:solidFill>
            <a:srgbClr val="FFFF00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Blip>
          <a:blip r:embed="rId19"/>
        </a:buBlip>
        <a:defRPr sz="2000" b="1">
          <a:solidFill>
            <a:srgbClr val="FFFF00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Blip>
          <a:blip r:embed="rId19"/>
        </a:buBlip>
        <a:defRPr sz="2000" b="1">
          <a:solidFill>
            <a:srgbClr val="FFFF00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Blip>
          <a:blip r:embed="rId19"/>
        </a:buBlip>
        <a:defRPr sz="2000" b="1">
          <a:solidFill>
            <a:srgbClr val="FFFF00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1" Type="http://schemas.openxmlformats.org/officeDocument/2006/relationships/hyperlink" Target="ftp://59.77.15.98/" TargetMode="Externa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24.xml"/><Relationship Id="rId1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58.xml"/><Relationship Id="rId1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75.xml"/><Relationship Id="rId1" Type="http://schemas.openxmlformats.org/officeDocument/2006/relationships/tags" Target="../tags/tag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92.xml"/><Relationship Id="rId1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109.xml"/><Relationship Id="rId1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4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160.xml"/><Relationship Id="rId1" Type="http://schemas.openxmlformats.org/officeDocument/2006/relationships/tags" Target="../tags/tag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77.xml"/></Relationships>
</file>

<file path=ppt/slides/_rels/slide12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0.xml"/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11.jpeg"/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image" Target="../media/image8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41.xml"/><Relationship Id="rId1" Type="http://schemas.openxmlformats.org/officeDocument/2006/relationships/image" Target="../media/image8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194.xml"/><Relationship Id="rId1" Type="http://schemas.openxmlformats.org/officeDocument/2006/relationships/image" Target="../media/image12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1.xml"/><Relationship Id="rId2" Type="http://schemas.openxmlformats.org/officeDocument/2006/relationships/image" Target="../media/image14.png"/><Relationship Id="rId1" Type="http://schemas.openxmlformats.org/officeDocument/2006/relationships/image" Target="../media/image13.pn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Text Box 6"/>
          <p:cNvSpPr txBox="1">
            <a:spLocks noChangeArrowheads="1"/>
          </p:cNvSpPr>
          <p:nvPr/>
        </p:nvSpPr>
        <p:spPr bwMode="auto">
          <a:xfrm>
            <a:off x="3178835" y="1105092"/>
            <a:ext cx="5083364" cy="15684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9600" dirty="0" smtClean="0">
                <a:latin typeface="Times New Roman" panose="02020603050405020304" pitchFamily="18" charset="0"/>
                <a:ea typeface="黑体" panose="02010609060101010101" pitchFamily="49" charset="-122"/>
              </a:rPr>
              <a:t>电路原理</a:t>
            </a:r>
            <a:endParaRPr lang="zh-CN" altLang="en-US" sz="9600" dirty="0" smtClean="0"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sp>
        <p:nvSpPr>
          <p:cNvPr id="4099" name="WordArt 7"/>
          <p:cNvSpPr>
            <a:spLocks noChangeArrowheads="1" noChangeShapeType="1" noTextEdit="1"/>
          </p:cNvSpPr>
          <p:nvPr/>
        </p:nvSpPr>
        <p:spPr bwMode="auto">
          <a:xfrm>
            <a:off x="1687297" y="2673645"/>
            <a:ext cx="8066637" cy="746439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US" altLang="zh-CN" sz="3600" b="1" dirty="0">
                <a:latin typeface="Times New Roman" panose="02020603050405020304" pitchFamily="18" charset="0"/>
                <a:ea typeface="黑体" panose="02010609060101010101" pitchFamily="49" charset="-122"/>
              </a:rPr>
              <a:t>The principles of Electric circuits</a:t>
            </a:r>
            <a:endParaRPr lang="en-US" altLang="zh-CN" sz="3600" b="1" kern="10" dirty="0">
              <a:ln w="19050">
                <a:solidFill>
                  <a:srgbClr val="99CCFF"/>
                </a:solidFill>
                <a:round/>
              </a:ln>
              <a:solidFill>
                <a:srgbClr val="0066CC"/>
              </a:solidFill>
              <a:effectLst>
                <a:outerShdw dist="35921" dir="2700000" algn="ctr" rotWithShape="0">
                  <a:srgbClr val="990000"/>
                </a:outerShdw>
              </a:effectLst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4294967295"/>
          </p:nvPr>
        </p:nvSpPr>
        <p:spPr>
          <a:xfrm>
            <a:off x="551815" y="1379220"/>
            <a:ext cx="10515600" cy="4351020"/>
          </a:xfrm>
        </p:spPr>
        <p:txBody>
          <a:bodyPr/>
          <a:lstStyle/>
          <a:p>
            <a:r>
              <a:rPr lang="zh-CN" altLang="en-US" dirty="0" smtClean="0">
                <a:latin typeface="Times New Roman" panose="02020603050405020304" pitchFamily="18" charset="0"/>
                <a:ea typeface="黑体" panose="02010609060101010101" pitchFamily="49" charset="-122"/>
              </a:rPr>
              <a:t>苏为</a:t>
            </a:r>
            <a:r>
              <a:rPr lang="en-US" altLang="zh-CN" dirty="0" smtClean="0">
                <a:latin typeface="Times New Roman" panose="02020603050405020304" pitchFamily="18" charset="0"/>
                <a:ea typeface="黑体" panose="02010609060101010101" pitchFamily="49" charset="-122"/>
              </a:rPr>
              <a:t> </a:t>
            </a:r>
            <a:endParaRPr lang="en-US" altLang="zh-CN" dirty="0" smtClean="0">
              <a:latin typeface="Times New Roman" panose="02020603050405020304" pitchFamily="18" charset="0"/>
              <a:ea typeface="黑体" panose="02010609060101010101" pitchFamily="49" charset="-122"/>
            </a:endParaRPr>
          </a:p>
          <a:p>
            <a:pPr marL="0" indent="0">
              <a:buNone/>
            </a:pPr>
            <a:r>
              <a:rPr lang="en-US" altLang="zh-CN" dirty="0" smtClean="0">
                <a:latin typeface="Times New Roman" panose="02020603050405020304" pitchFamily="18" charset="0"/>
                <a:ea typeface="黑体" panose="02010609060101010101" pitchFamily="49" charset="-122"/>
              </a:rPr>
              <a:t>          13720896652 </a:t>
            </a:r>
            <a:endParaRPr lang="en-US" altLang="zh-CN" dirty="0" smtClean="0">
              <a:latin typeface="Times New Roman" panose="02020603050405020304" pitchFamily="18" charset="0"/>
              <a:ea typeface="黑体" panose="02010609060101010101" pitchFamily="49" charset="-122"/>
            </a:endParaRPr>
          </a:p>
          <a:p>
            <a:pPr marL="0" indent="0">
              <a:buNone/>
            </a:pPr>
            <a:r>
              <a:rPr lang="en-US" altLang="zh-CN" dirty="0" smtClean="0">
                <a:latin typeface="Times New Roman" panose="02020603050405020304" pitchFamily="18" charset="0"/>
                <a:ea typeface="黑体" panose="02010609060101010101" pitchFamily="49" charset="-122"/>
              </a:rPr>
              <a:t>          suweixiamen@xmu.edu.cn</a:t>
            </a:r>
            <a:endParaRPr lang="en-US" altLang="zh-CN" dirty="0" smtClean="0">
              <a:latin typeface="Times New Roman" panose="02020603050405020304" pitchFamily="18" charset="0"/>
              <a:ea typeface="黑体" panose="02010609060101010101" pitchFamily="49" charset="-122"/>
            </a:endParaRPr>
          </a:p>
          <a:p>
            <a:pPr marL="0" indent="0">
              <a:buNone/>
            </a:pPr>
            <a:r>
              <a:rPr lang="en-US" altLang="zh-CN" dirty="0" smtClean="0">
                <a:latin typeface="Times New Roman" panose="02020603050405020304" pitchFamily="18" charset="0"/>
                <a:ea typeface="黑体" panose="02010609060101010101" pitchFamily="49" charset="-122"/>
              </a:rPr>
              <a:t>          </a:t>
            </a:r>
            <a:endParaRPr lang="zh-CN" altLang="en-US" dirty="0" smtClean="0">
              <a:latin typeface="Times New Roman" panose="02020603050405020304" pitchFamily="18" charset="0"/>
              <a:ea typeface="黑体" panose="02010609060101010101" pitchFamily="49" charset="-122"/>
            </a:endParaRPr>
          </a:p>
          <a:p>
            <a:r>
              <a:rPr lang="zh-CN" altLang="en-US" dirty="0" smtClean="0">
                <a:latin typeface="Times New Roman" panose="02020603050405020304" pitchFamily="18" charset="0"/>
                <a:ea typeface="黑体" panose="02010609060101010101" pitchFamily="49" charset="-122"/>
              </a:rPr>
              <a:t>服务器</a:t>
            </a:r>
            <a:endParaRPr lang="en-US" altLang="zh-CN" dirty="0" smtClean="0">
              <a:latin typeface="Times New Roman" panose="02020603050405020304" pitchFamily="18" charset="0"/>
              <a:ea typeface="黑体" panose="02010609060101010101" pitchFamily="49" charset="-122"/>
            </a:endParaRPr>
          </a:p>
          <a:p>
            <a:pPr marL="0" indent="0">
              <a:buNone/>
            </a:pPr>
            <a:r>
              <a:rPr lang="en-US" altLang="zh-CN" dirty="0">
                <a:latin typeface="Times New Roman" panose="02020603050405020304" pitchFamily="18" charset="0"/>
                <a:ea typeface="黑体" panose="02010609060101010101" pitchFamily="49" charset="-122"/>
              </a:rPr>
              <a:t> </a:t>
            </a:r>
            <a:r>
              <a:rPr lang="en-US" altLang="zh-CN" dirty="0" smtClean="0">
                <a:latin typeface="Times New Roman" panose="02020603050405020304" pitchFamily="18" charset="0"/>
                <a:ea typeface="黑体" panose="02010609060101010101" pitchFamily="49" charset="-122"/>
              </a:rPr>
              <a:t>          </a:t>
            </a:r>
            <a:r>
              <a:rPr lang="en-US" altLang="zh-CN" dirty="0" smtClean="0">
                <a:latin typeface="Times New Roman" panose="02020603050405020304" pitchFamily="18" charset="0"/>
                <a:ea typeface="黑体" panose="02010609060101010101" pitchFamily="49" charset="-122"/>
                <a:hlinkClick r:id="rId1"/>
              </a:rPr>
              <a:t>ftp://59.77.15.98</a:t>
            </a:r>
            <a:endParaRPr lang="en-US" altLang="zh-CN" dirty="0" smtClean="0">
              <a:latin typeface="Times New Roman" panose="02020603050405020304" pitchFamily="18" charset="0"/>
              <a:ea typeface="黑体" panose="02010609060101010101" pitchFamily="49" charset="-122"/>
            </a:endParaRPr>
          </a:p>
          <a:p>
            <a:pPr marL="0" indent="0">
              <a:buNone/>
            </a:pPr>
            <a:r>
              <a:rPr lang="en-US" altLang="zh-CN" dirty="0">
                <a:latin typeface="Times New Roman" panose="02020603050405020304" pitchFamily="18" charset="0"/>
                <a:ea typeface="黑体" panose="02010609060101010101" pitchFamily="49" charset="-122"/>
              </a:rPr>
              <a:t> </a:t>
            </a:r>
            <a:r>
              <a:rPr lang="en-US" altLang="zh-CN" dirty="0" smtClean="0">
                <a:latin typeface="Times New Roman" panose="02020603050405020304" pitchFamily="18" charset="0"/>
                <a:ea typeface="黑体" panose="02010609060101010101" pitchFamily="49" charset="-122"/>
              </a:rPr>
              <a:t>         </a:t>
            </a:r>
            <a:r>
              <a:rPr lang="zh-CN" altLang="en-US" dirty="0" smtClean="0">
                <a:latin typeface="Times New Roman" panose="02020603050405020304" pitchFamily="18" charset="0"/>
                <a:ea typeface="黑体" panose="02010609060101010101" pitchFamily="49" charset="-122"/>
              </a:rPr>
              <a:t>用户名：</a:t>
            </a:r>
            <a:r>
              <a:rPr lang="en-US" altLang="zh-CN" dirty="0" err="1" smtClean="0">
                <a:latin typeface="Times New Roman" panose="02020603050405020304" pitchFamily="18" charset="0"/>
                <a:ea typeface="黑体" panose="02010609060101010101" pitchFamily="49" charset="-122"/>
              </a:rPr>
              <a:t>dlyl</a:t>
            </a:r>
            <a:r>
              <a:rPr lang="en-US" altLang="zh-CN" dirty="0" smtClean="0">
                <a:latin typeface="Times New Roman" panose="02020603050405020304" pitchFamily="18" charset="0"/>
                <a:ea typeface="黑体" panose="02010609060101010101" pitchFamily="49" charset="-122"/>
              </a:rPr>
              <a:t>    </a:t>
            </a:r>
            <a:r>
              <a:rPr lang="zh-CN" altLang="en-US" dirty="0" smtClean="0">
                <a:latin typeface="Times New Roman" panose="02020603050405020304" pitchFamily="18" charset="0"/>
                <a:ea typeface="黑体" panose="02010609060101010101" pitchFamily="49" charset="-122"/>
              </a:rPr>
              <a:t>密码：</a:t>
            </a:r>
            <a:r>
              <a:rPr lang="en-US" altLang="zh-CN" dirty="0" err="1" smtClean="0">
                <a:latin typeface="Times New Roman" panose="02020603050405020304" pitchFamily="18" charset="0"/>
                <a:ea typeface="黑体" panose="02010609060101010101" pitchFamily="49" charset="-122"/>
              </a:rPr>
              <a:t>dlyl</a:t>
            </a:r>
            <a:endParaRPr lang="zh-CN" altLang="en-US" dirty="0"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43775" y="1066800"/>
            <a:ext cx="4464685" cy="4550410"/>
          </a:xfrm>
          <a:prstGeom prst="rect">
            <a:avLst/>
          </a:prstGeom>
        </p:spPr>
      </p:pic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613660" y="860425"/>
            <a:ext cx="6376670" cy="5347970"/>
          </a:xfrm>
          <a:prstGeom prst="rect">
            <a:avLst/>
          </a:prstGeom>
        </p:spPr>
      </p:pic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42745" y="826770"/>
            <a:ext cx="8782050" cy="5600700"/>
          </a:xfrm>
          <a:prstGeom prst="rect">
            <a:avLst/>
          </a:prstGeom>
        </p:spPr>
      </p:pic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表格 1"/>
          <p:cNvGraphicFramePr/>
          <p:nvPr>
            <p:custDataLst>
              <p:tags r:id="rId1"/>
            </p:custDataLst>
          </p:nvPr>
        </p:nvGraphicFramePr>
        <p:xfrm>
          <a:off x="2391410" y="731202"/>
          <a:ext cx="7409180" cy="5395595"/>
        </p:xfrm>
        <a:graphic>
          <a:graphicData uri="http://schemas.openxmlformats.org/drawingml/2006/table">
            <a:tbl>
              <a:tblPr/>
              <a:tblGrid>
                <a:gridCol w="2527300"/>
                <a:gridCol w="4881880"/>
              </a:tblGrid>
              <a:tr h="452120">
                <a:tc>
                  <a:txBody>
                    <a:bodyPr/>
                    <a:p>
                      <a:pPr indent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600" b="1" spc="120">
                          <a:latin typeface="仿宋_GB2312"/>
                          <a:ea typeface="仿宋_GB2312"/>
                        </a:rPr>
                        <a:t>第一章</a:t>
                      </a:r>
                      <a:endParaRPr lang="zh-CN" sz="1600" b="1" spc="120">
                        <a:latin typeface="仿宋_GB2312"/>
                        <a:ea typeface="仿宋_GB2312"/>
                      </a:endParaRPr>
                    </a:p>
                  </a:txBody>
                  <a:tcPr marL="177800" marR="177800" marT="57150" marB="57150" anchor="ctr" anchorCtr="0">
                    <a:lnL w="1270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indent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600" b="1" spc="120">
                          <a:latin typeface="仿宋_GB2312"/>
                          <a:ea typeface="仿宋_GB2312"/>
                        </a:rPr>
                        <a:t>电路模型和电路定律</a:t>
                      </a:r>
                      <a:endParaRPr lang="zh-CN" sz="1600" b="1" spc="120">
                        <a:latin typeface="仿宋_GB2312"/>
                        <a:ea typeface="仿宋_GB2312"/>
                      </a:endParaRPr>
                    </a:p>
                  </a:txBody>
                  <a:tcPr marL="177800" marR="177800" marT="57150" marB="57150" anchor="ctr" anchorCtr="0">
                    <a:lnL w="1270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12115">
                <a:tc>
                  <a:txBody>
                    <a:bodyPr/>
                    <a:p>
                      <a:pPr indent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400" b="0" spc="120">
                          <a:latin typeface="仿宋_GB2312"/>
                          <a:ea typeface="仿宋_GB2312"/>
                        </a:rPr>
                        <a:t>第二章</a:t>
                      </a:r>
                      <a:endParaRPr lang="zh-CN" sz="1400" b="0" spc="120">
                        <a:latin typeface="仿宋_GB2312"/>
                        <a:ea typeface="仿宋_GB2312"/>
                      </a:endParaRPr>
                    </a:p>
                  </a:txBody>
                  <a:tcPr marL="177800" marR="177800" marT="57150" marB="57150" anchor="ctr" anchorCtr="0">
                    <a:lnL w="1270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indent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400" b="0" spc="120">
                          <a:latin typeface="仿宋_GB2312"/>
                          <a:ea typeface="仿宋_GB2312"/>
                        </a:rPr>
                        <a:t>电阻电路的等效变换</a:t>
                      </a:r>
                      <a:endParaRPr lang="zh-CN" sz="1400" b="0" spc="120">
                        <a:latin typeface="仿宋_GB2312"/>
                        <a:ea typeface="仿宋_GB2312"/>
                      </a:endParaRPr>
                    </a:p>
                  </a:txBody>
                  <a:tcPr marL="177800" marR="177800" marT="57150" marB="57150" anchor="ctr" anchorCtr="0">
                    <a:lnL w="1270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12115">
                <a:tc>
                  <a:txBody>
                    <a:bodyPr/>
                    <a:p>
                      <a:pPr indent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400" b="0" spc="120">
                          <a:latin typeface="仿宋_GB2312"/>
                          <a:ea typeface="仿宋_GB2312"/>
                        </a:rPr>
                        <a:t>第三章</a:t>
                      </a:r>
                      <a:endParaRPr lang="zh-CN" sz="1400" b="0" spc="120">
                        <a:latin typeface="仿宋_GB2312"/>
                        <a:ea typeface="仿宋_GB2312"/>
                      </a:endParaRPr>
                    </a:p>
                  </a:txBody>
                  <a:tcPr marL="177800" marR="177800" marT="57150" marB="57150" anchor="ctr" anchorCtr="0">
                    <a:lnL w="1270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indent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400" b="0" spc="120">
                          <a:latin typeface="仿宋_GB2312"/>
                          <a:ea typeface="仿宋_GB2312"/>
                        </a:rPr>
                        <a:t>电阻电路的一般分析</a:t>
                      </a:r>
                      <a:endParaRPr lang="zh-CN" sz="1400" b="0" spc="120">
                        <a:latin typeface="仿宋_GB2312"/>
                        <a:ea typeface="仿宋_GB2312"/>
                      </a:endParaRPr>
                    </a:p>
                  </a:txBody>
                  <a:tcPr marL="177800" marR="177800" marT="57150" marB="57150" anchor="ctr" anchorCtr="0">
                    <a:lnL w="1270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11480">
                <a:tc>
                  <a:txBody>
                    <a:bodyPr/>
                    <a:p>
                      <a:pPr indent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400" b="0" spc="120">
                          <a:latin typeface="仿宋_GB2312"/>
                          <a:ea typeface="仿宋_GB2312"/>
                        </a:rPr>
                        <a:t>第四章</a:t>
                      </a:r>
                      <a:endParaRPr lang="zh-CN" sz="1400" b="0" spc="120">
                        <a:latin typeface="仿宋_GB2312"/>
                        <a:ea typeface="仿宋_GB2312"/>
                      </a:endParaRPr>
                    </a:p>
                  </a:txBody>
                  <a:tcPr marL="177800" marR="177800" marT="57150" marB="57150" anchor="ctr" anchorCtr="0">
                    <a:lnL w="1270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indent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400" b="0" spc="120">
                          <a:latin typeface="仿宋_GB2312"/>
                          <a:ea typeface="仿宋_GB2312"/>
                        </a:rPr>
                        <a:t>电路定理</a:t>
                      </a:r>
                      <a:endParaRPr lang="zh-CN" sz="1400" b="0" spc="120">
                        <a:latin typeface="仿宋_GB2312"/>
                        <a:ea typeface="仿宋_GB2312"/>
                      </a:endParaRPr>
                    </a:p>
                  </a:txBody>
                  <a:tcPr marL="177800" marR="177800" marT="57150" marB="57150" anchor="ctr" anchorCtr="0">
                    <a:lnL w="1270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12115">
                <a:tc>
                  <a:txBody>
                    <a:bodyPr/>
                    <a:p>
                      <a:pPr indent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400" b="0" spc="120">
                          <a:latin typeface="仿宋_GB2312"/>
                          <a:ea typeface="仿宋_GB2312"/>
                        </a:rPr>
                        <a:t>第五章</a:t>
                      </a:r>
                      <a:endParaRPr lang="zh-CN" sz="1400" b="0" spc="120">
                        <a:latin typeface="仿宋_GB2312"/>
                        <a:ea typeface="仿宋_GB2312"/>
                      </a:endParaRPr>
                    </a:p>
                  </a:txBody>
                  <a:tcPr marL="177800" marR="177800" marT="57150" marB="57150" anchor="ctr" anchorCtr="0">
                    <a:lnL w="1270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indent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400" b="0" spc="120">
                          <a:latin typeface="仿宋_GB2312"/>
                          <a:ea typeface="仿宋_GB2312"/>
                        </a:rPr>
                        <a:t>储能元件</a:t>
                      </a:r>
                      <a:endParaRPr lang="zh-CN" sz="1400" b="0" spc="120">
                        <a:latin typeface="仿宋_GB2312"/>
                        <a:ea typeface="仿宋_GB2312"/>
                      </a:endParaRPr>
                    </a:p>
                  </a:txBody>
                  <a:tcPr marL="177800" marR="177800" marT="57150" marB="57150" anchor="ctr" anchorCtr="0">
                    <a:lnL w="1270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12115">
                <a:tc>
                  <a:txBody>
                    <a:bodyPr/>
                    <a:p>
                      <a:pPr indent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400" b="0" spc="120">
                          <a:latin typeface="仿宋_GB2312"/>
                          <a:ea typeface="仿宋_GB2312"/>
                        </a:rPr>
                        <a:t>第六章</a:t>
                      </a:r>
                      <a:endParaRPr lang="zh-CN" sz="1400" b="0" spc="120">
                        <a:latin typeface="仿宋_GB2312"/>
                        <a:ea typeface="仿宋_GB2312"/>
                      </a:endParaRPr>
                    </a:p>
                  </a:txBody>
                  <a:tcPr marL="177800" marR="177800" marT="57150" marB="57150" anchor="ctr" anchorCtr="0">
                    <a:lnL w="1270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indent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400" b="0" spc="120">
                          <a:latin typeface="仿宋_GB2312"/>
                          <a:ea typeface="仿宋_GB2312"/>
                        </a:rPr>
                        <a:t>一阶、二阶电路</a:t>
                      </a:r>
                      <a:endParaRPr lang="zh-CN" sz="1400" b="0" spc="120">
                        <a:latin typeface="仿宋_GB2312"/>
                        <a:ea typeface="仿宋_GB2312"/>
                      </a:endParaRPr>
                    </a:p>
                  </a:txBody>
                  <a:tcPr marL="177800" marR="177800" marT="57150" marB="57150" anchor="ctr" anchorCtr="0">
                    <a:lnL w="1270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12115">
                <a:tc>
                  <a:txBody>
                    <a:bodyPr/>
                    <a:p>
                      <a:pPr indent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altLang="zh-CN" sz="1400" b="0" spc="120">
                        <a:latin typeface="仿宋_GB2312"/>
                        <a:ea typeface="仿宋_GB2312"/>
                      </a:endParaRPr>
                    </a:p>
                  </a:txBody>
                  <a:tcPr marL="177800" marR="177800" marT="57150" marB="57150" anchor="ctr" anchorCtr="0">
                    <a:lnL w="1270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indent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400" b="0" spc="120">
                          <a:latin typeface="仿宋_GB2312"/>
                          <a:ea typeface="仿宋_GB2312"/>
                        </a:rPr>
                        <a:t>期中测试</a:t>
                      </a:r>
                      <a:endParaRPr lang="zh-CN" sz="1400" b="0" spc="120">
                        <a:latin typeface="仿宋_GB2312"/>
                        <a:ea typeface="仿宋_GB2312"/>
                      </a:endParaRPr>
                    </a:p>
                  </a:txBody>
                  <a:tcPr marL="177800" marR="177800" marT="57150" marB="57150" anchor="ctr" anchorCtr="0">
                    <a:lnL w="1270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11480">
                <a:tc>
                  <a:txBody>
                    <a:bodyPr/>
                    <a:p>
                      <a:pPr indent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400" b="0" spc="120">
                          <a:latin typeface="仿宋_GB2312"/>
                          <a:ea typeface="仿宋_GB2312"/>
                        </a:rPr>
                        <a:t>第七章</a:t>
                      </a:r>
                      <a:endParaRPr lang="zh-CN" sz="1400" b="0" spc="120">
                        <a:latin typeface="仿宋_GB2312"/>
                        <a:ea typeface="仿宋_GB2312"/>
                      </a:endParaRPr>
                    </a:p>
                  </a:txBody>
                  <a:tcPr marL="177800" marR="177800" marT="57150" marB="57150" anchor="ctr" anchorCtr="0">
                    <a:lnL w="1270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indent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400" b="0" spc="120">
                          <a:latin typeface="仿宋_GB2312"/>
                          <a:ea typeface="仿宋_GB2312"/>
                        </a:rPr>
                        <a:t>半导体二极管</a:t>
                      </a:r>
                      <a:endParaRPr lang="zh-CN" sz="1400" b="0" spc="120">
                        <a:latin typeface="仿宋_GB2312"/>
                        <a:ea typeface="仿宋_GB2312"/>
                      </a:endParaRPr>
                    </a:p>
                  </a:txBody>
                  <a:tcPr marL="177800" marR="177800" marT="57150" marB="57150" anchor="ctr" anchorCtr="0">
                    <a:lnL w="1270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12115">
                <a:tc>
                  <a:txBody>
                    <a:bodyPr/>
                    <a:p>
                      <a:pPr indent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400" b="0" spc="120">
                          <a:latin typeface="仿宋_GB2312"/>
                          <a:ea typeface="仿宋_GB2312"/>
                        </a:rPr>
                        <a:t>第八章</a:t>
                      </a:r>
                      <a:endParaRPr lang="zh-CN" sz="1400" b="0" spc="120">
                        <a:latin typeface="仿宋_GB2312"/>
                        <a:ea typeface="仿宋_GB2312"/>
                      </a:endParaRPr>
                    </a:p>
                  </a:txBody>
                  <a:tcPr marL="177800" marR="177800" marT="57150" marB="57150" anchor="ctr" anchorCtr="0">
                    <a:lnL w="1270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indent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400" b="0" spc="120">
                          <a:latin typeface="仿宋_GB2312"/>
                          <a:ea typeface="仿宋_GB2312"/>
                        </a:rPr>
                        <a:t>晶体管</a:t>
                      </a:r>
                      <a:endParaRPr lang="zh-CN" sz="1400" b="0" spc="120">
                        <a:latin typeface="仿宋_GB2312"/>
                        <a:ea typeface="仿宋_GB2312"/>
                      </a:endParaRPr>
                    </a:p>
                  </a:txBody>
                  <a:tcPr marL="177800" marR="177800" marT="57150" marB="57150" anchor="ctr" anchorCtr="0">
                    <a:lnL w="1270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12115">
                <a:tc>
                  <a:txBody>
                    <a:bodyPr/>
                    <a:p>
                      <a:pPr indent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400" b="0" spc="120">
                          <a:latin typeface="仿宋_GB2312"/>
                          <a:ea typeface="仿宋_GB2312"/>
                        </a:rPr>
                        <a:t>第九章</a:t>
                      </a:r>
                      <a:endParaRPr lang="zh-CN" sz="1400" b="0" spc="120">
                        <a:latin typeface="仿宋_GB2312"/>
                        <a:ea typeface="仿宋_GB2312"/>
                      </a:endParaRPr>
                    </a:p>
                  </a:txBody>
                  <a:tcPr marL="177800" marR="177800" marT="57150" marB="57150" anchor="ctr" anchorCtr="0">
                    <a:lnL w="1270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indent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1400" b="0" spc="120">
                          <a:latin typeface="仿宋_GB2312"/>
                          <a:ea typeface="仿宋_GB2312"/>
                        </a:rPr>
                        <a:t>MOS</a:t>
                      </a:r>
                      <a:r>
                        <a:rPr lang="zh-CN" altLang="en-US" sz="1400" b="0" spc="120">
                          <a:latin typeface="仿宋_GB2312"/>
                          <a:ea typeface="仿宋_GB2312"/>
                        </a:rPr>
                        <a:t>管</a:t>
                      </a:r>
                      <a:endParaRPr lang="zh-CN" altLang="en-US" sz="1400" b="0" spc="120">
                        <a:latin typeface="仿宋_GB2312"/>
                        <a:ea typeface="仿宋_GB2312"/>
                      </a:endParaRPr>
                    </a:p>
                  </a:txBody>
                  <a:tcPr marL="177800" marR="177800" marT="57150" marB="57150" anchor="ctr" anchorCtr="0">
                    <a:lnL w="1270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12115">
                <a:tc>
                  <a:txBody>
                    <a:bodyPr/>
                    <a:p>
                      <a:pPr indent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400" b="0" spc="120">
                          <a:latin typeface="仿宋_GB2312"/>
                          <a:ea typeface="仿宋_GB2312"/>
                        </a:rPr>
                        <a:t>第十章</a:t>
                      </a:r>
                      <a:endParaRPr lang="zh-CN" sz="1400" b="0" spc="120">
                        <a:latin typeface="仿宋_GB2312"/>
                        <a:ea typeface="仿宋_GB2312"/>
                      </a:endParaRPr>
                    </a:p>
                  </a:txBody>
                  <a:tcPr marL="177800" marR="177800" marT="57150" marB="57150" anchor="ctr" anchorCtr="0">
                    <a:lnL w="1270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indent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400" b="0" spc="120">
                          <a:latin typeface="仿宋_GB2312"/>
                          <a:ea typeface="仿宋_GB2312"/>
                        </a:rPr>
                        <a:t>门电路</a:t>
                      </a:r>
                      <a:endParaRPr lang="zh-CN" sz="1400" b="0" spc="120">
                        <a:latin typeface="仿宋_GB2312"/>
                        <a:ea typeface="仿宋_GB2312"/>
                      </a:endParaRPr>
                    </a:p>
                  </a:txBody>
                  <a:tcPr marL="177800" marR="177800" marT="57150" marB="57150" anchor="ctr" anchorCtr="0">
                    <a:lnL w="1270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11480">
                <a:tc>
                  <a:txBody>
                    <a:bodyPr/>
                    <a:p>
                      <a:pPr indent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400" b="0" spc="120">
                          <a:latin typeface="仿宋_GB2312"/>
                          <a:ea typeface="仿宋_GB2312"/>
                        </a:rPr>
                        <a:t>第十一章</a:t>
                      </a:r>
                      <a:endParaRPr lang="zh-CN" sz="1400" b="0" spc="120">
                        <a:latin typeface="仿宋_GB2312"/>
                        <a:ea typeface="仿宋_GB2312"/>
                      </a:endParaRPr>
                    </a:p>
                  </a:txBody>
                  <a:tcPr marL="177800" marR="177800" marT="57150" marB="57150" anchor="ctr" anchorCtr="0">
                    <a:lnL w="1270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indent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400" b="0" spc="120">
                          <a:latin typeface="仿宋_GB2312"/>
                          <a:ea typeface="仿宋_GB2312"/>
                        </a:rPr>
                        <a:t>运算放大器</a:t>
                      </a:r>
                      <a:endParaRPr lang="zh-CN" sz="1400" b="0" spc="120">
                        <a:latin typeface="仿宋_GB2312"/>
                        <a:ea typeface="仿宋_GB2312"/>
                      </a:endParaRPr>
                    </a:p>
                  </a:txBody>
                  <a:tcPr marL="177800" marR="177800" marT="57150" marB="57150" anchor="ctr" anchorCtr="0">
                    <a:lnL w="1270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12115">
                <a:tc>
                  <a:txBody>
                    <a:bodyPr/>
                    <a:p>
                      <a:pPr indent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altLang="zh-CN" sz="1400" b="0" spc="120">
                        <a:latin typeface="仿宋_GB2312"/>
                        <a:ea typeface="仿宋_GB2312"/>
                      </a:endParaRPr>
                    </a:p>
                  </a:txBody>
                  <a:tcPr marL="177800" marR="177800" marT="57150" marB="57150" anchor="ctr" anchorCtr="0">
                    <a:lnL w="1270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indent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400" b="0" spc="120">
                          <a:latin typeface="仿宋_GB2312"/>
                          <a:ea typeface="仿宋_GB2312"/>
                        </a:rPr>
                        <a:t>期末总结</a:t>
                      </a:r>
                      <a:endParaRPr lang="zh-CN" sz="1400" b="0" spc="120">
                        <a:latin typeface="仿宋_GB2312"/>
                        <a:ea typeface="仿宋_GB2312"/>
                      </a:endParaRPr>
                    </a:p>
                  </a:txBody>
                  <a:tcPr marL="177800" marR="177800" marT="57150" marB="57150" anchor="ctr" anchorCtr="0">
                    <a:lnL w="1270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cb22f398221f07b6bf9b14e5ed79dd69_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93700" y="1327150"/>
            <a:ext cx="11405235" cy="1242060"/>
          </a:xfrm>
          <a:prstGeom prst="rect">
            <a:avLst/>
          </a:prstGeom>
        </p:spPr>
      </p:pic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65520" y="865505"/>
            <a:ext cx="3957955" cy="5685790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文本框 4"/>
          <p:cNvSpPr txBox="1"/>
          <p:nvPr/>
        </p:nvSpPr>
        <p:spPr>
          <a:xfrm>
            <a:off x="1089025" y="1818640"/>
            <a:ext cx="35179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期中考试：</a:t>
            </a:r>
            <a:r>
              <a:rPr lang="en-US" altLang="zh-CN"/>
              <a:t>3.30</a:t>
            </a:r>
            <a:endParaRPr lang="en-US" altLang="zh-CN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表格 1"/>
          <p:cNvGraphicFramePr/>
          <p:nvPr/>
        </p:nvGraphicFramePr>
        <p:xfrm>
          <a:off x="215900" y="310833"/>
          <a:ext cx="11760200" cy="6236335"/>
        </p:xfrm>
        <a:graphic>
          <a:graphicData uri="http://schemas.openxmlformats.org/drawingml/2006/table">
            <a:tbl>
              <a:tblPr/>
              <a:tblGrid>
                <a:gridCol w="711200"/>
                <a:gridCol w="3180715"/>
                <a:gridCol w="744220"/>
                <a:gridCol w="744220"/>
                <a:gridCol w="885190"/>
                <a:gridCol w="1888490"/>
                <a:gridCol w="744220"/>
                <a:gridCol w="711200"/>
                <a:gridCol w="2150745"/>
              </a:tblGrid>
              <a:tr h="1292225">
                <a:tc>
                  <a:txBody>
                    <a:bodyPr/>
                    <a:p>
                      <a:pPr indent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400" b="1" spc="12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周数</a:t>
                      </a:r>
                      <a:endParaRPr lang="zh-CN" sz="1400" b="1" spc="120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  <a:p>
                      <a:pPr indent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1400" b="1" spc="12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(</a:t>
                      </a:r>
                      <a:r>
                        <a:rPr lang="zh-CN" altLang="en-US" sz="1400" b="1" spc="12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按校历</a:t>
                      </a:r>
                      <a:r>
                        <a:rPr lang="en-US" altLang="zh-CN" sz="1400" b="1" spc="12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)</a:t>
                      </a:r>
                      <a:endParaRPr lang="en-US" altLang="zh-CN" sz="1400" b="1" spc="120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77800" marR="177800" marT="6350" marB="6350" anchor="ctr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indent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400" b="1" spc="12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各章节教学内容纲要</a:t>
                      </a:r>
                      <a:endParaRPr lang="zh-CN" sz="1400" b="1" spc="120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77800" marR="177800" marT="6350" marB="6350" anchor="ctr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 gridSpan="5">
                  <a:txBody>
                    <a:bodyPr/>
                    <a:p>
                      <a:pPr indent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400" b="1" spc="12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课时安排（学时）</a:t>
                      </a:r>
                      <a:endParaRPr lang="zh-CN" sz="1400" b="1" spc="120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77800" marR="177800" marT="6350" marB="6350" anchor="ctr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cP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 indent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400" b="1" spc="12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主讲人</a:t>
                      </a:r>
                      <a:endParaRPr lang="zh-CN" sz="1400" b="1" spc="120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77800" marR="177800" marT="6350" marB="6350" anchor="ctr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indent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400" b="1" spc="12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备注</a:t>
                      </a:r>
                      <a:endParaRPr lang="zh-CN" sz="1400" b="1" spc="120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77800" marR="177800" marT="6350" marB="6350" anchor="ctr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524510">
                <a:tc>
                  <a:txBody>
                    <a:bodyPr/>
                    <a:p>
                      <a:pPr indent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altLang="zh-CN" sz="1400" b="1" spc="120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77800" marR="177800" marT="6350" marB="6350" anchor="ctr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indent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altLang="zh-CN" sz="1400" b="1" spc="120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77800" marR="177800" marT="6350" marB="6350" anchor="ctr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indent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400" b="1" spc="12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授课</a:t>
                      </a:r>
                      <a:endParaRPr lang="zh-CN" sz="1400" b="1" spc="120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77800" marR="177800" marT="6350" marB="6350" anchor="ctr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indent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400" b="1" spc="12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讨论</a:t>
                      </a:r>
                      <a:endParaRPr lang="zh-CN" sz="1400" b="1" spc="120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77800" marR="177800" marT="6350" marB="6350" anchor="ctr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indent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400" b="1" spc="12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实验</a:t>
                      </a:r>
                      <a:r>
                        <a:rPr lang="en-US" altLang="zh-CN" sz="1400" b="1" spc="12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/</a:t>
                      </a:r>
                      <a:r>
                        <a:rPr lang="zh-CN" altLang="en-US" sz="1400" b="1" spc="12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上机</a:t>
                      </a:r>
                      <a:endParaRPr lang="zh-CN" altLang="en-US" sz="1400" b="1" spc="120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77800" marR="177800" marT="6350" marB="6350" anchor="ctr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indent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400" b="1" spc="12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实践</a:t>
                      </a:r>
                      <a:endParaRPr lang="zh-CN" sz="1400" b="1" spc="120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77800" marR="177800" marT="6350" marB="6350" anchor="ctr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indent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400" b="1" spc="12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其他</a:t>
                      </a:r>
                      <a:endParaRPr lang="zh-CN" sz="1400" b="1" spc="120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77800" marR="177800" marT="6350" marB="6350" anchor="ctr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indent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altLang="zh-CN" sz="1400" b="1" spc="120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77800" marR="177800" marT="6350" marB="6350" anchor="ctr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indent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altLang="zh-CN" sz="1400" b="1" spc="120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77800" marR="177800" marT="6350" marB="6350" anchor="ctr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765300">
                <a:tc>
                  <a:txBody>
                    <a:bodyPr/>
                    <a:p>
                      <a:pPr indent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1200" b="0" spc="120">
                          <a:latin typeface="华文楷体" panose="02010600040101010101" charset="-122"/>
                          <a:ea typeface="华文楷体" panose="02010600040101010101" charset="-122"/>
                        </a:rPr>
                        <a:t>1</a:t>
                      </a:r>
                      <a:endParaRPr lang="en-US" altLang="zh-CN" sz="1200" b="0" spc="120">
                        <a:latin typeface="华文楷体" panose="02010600040101010101" charset="-122"/>
                        <a:ea typeface="华文楷体" panose="02010600040101010101" charset="-122"/>
                      </a:endParaRPr>
                    </a:p>
                  </a:txBody>
                  <a:tcPr marL="177800" marR="177800" marT="6350" marB="6350" anchor="ctr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indent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200" b="0" spc="120">
                          <a:latin typeface="华文楷体" panose="02010600040101010101" charset="-122"/>
                          <a:ea typeface="华文楷体" panose="02010600040101010101" charset="-122"/>
                        </a:rPr>
                        <a:t>第一章 电路模型和电路定律 </a:t>
                      </a:r>
                      <a:endParaRPr lang="zh-CN" sz="1200" b="0" spc="120">
                        <a:latin typeface="华文楷体" panose="02010600040101010101" charset="-122"/>
                        <a:ea typeface="华文楷体" panose="02010600040101010101" charset="-122"/>
                      </a:endParaRPr>
                    </a:p>
                    <a:p>
                      <a:pPr indent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200" b="0" spc="120">
                          <a:latin typeface="华文楷体" panose="02010600040101010101" charset="-122"/>
                          <a:ea typeface="华文楷体" panose="02010600040101010101" charset="-122"/>
                        </a:rPr>
                        <a:t>1-1 电路和电路模型</a:t>
                      </a:r>
                      <a:endParaRPr lang="zh-CN" sz="1200" b="0" spc="120">
                        <a:latin typeface="华文楷体" panose="02010600040101010101" charset="-122"/>
                        <a:ea typeface="华文楷体" panose="02010600040101010101" charset="-122"/>
                      </a:endParaRPr>
                    </a:p>
                    <a:p>
                      <a:pPr indent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200" b="0" spc="120">
                          <a:latin typeface="华文楷体" panose="02010600040101010101" charset="-122"/>
                          <a:ea typeface="华文楷体" panose="02010600040101010101" charset="-122"/>
                        </a:rPr>
                        <a:t>1-2 参考方向</a:t>
                      </a:r>
                      <a:endParaRPr lang="zh-CN" sz="1200" b="0" spc="120">
                        <a:latin typeface="华文楷体" panose="02010600040101010101" charset="-122"/>
                        <a:ea typeface="华文楷体" panose="02010600040101010101" charset="-122"/>
                      </a:endParaRPr>
                    </a:p>
                    <a:p>
                      <a:pPr indent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200" b="0" spc="120">
                          <a:latin typeface="华文楷体" panose="02010600040101010101" charset="-122"/>
                          <a:ea typeface="华文楷体" panose="02010600040101010101" charset="-122"/>
                        </a:rPr>
                        <a:t>1-3 电功率和能量</a:t>
                      </a:r>
                      <a:endParaRPr lang="zh-CN" sz="1200" b="0" spc="120">
                        <a:latin typeface="华文楷体" panose="02010600040101010101" charset="-122"/>
                        <a:ea typeface="华文楷体" panose="02010600040101010101" charset="-122"/>
                      </a:endParaRPr>
                    </a:p>
                    <a:p>
                      <a:pPr indent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200" b="0" spc="120">
                          <a:latin typeface="华文楷体" panose="02010600040101010101" charset="-122"/>
                          <a:ea typeface="华文楷体" panose="02010600040101010101" charset="-122"/>
                        </a:rPr>
                        <a:t>1-4 电路元件</a:t>
                      </a:r>
                      <a:endParaRPr lang="zh-CN" sz="1200" b="0" spc="120">
                        <a:latin typeface="华文楷体" panose="02010600040101010101" charset="-122"/>
                        <a:ea typeface="华文楷体" panose="02010600040101010101" charset="-122"/>
                      </a:endParaRPr>
                    </a:p>
                    <a:p>
                      <a:pPr indent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200" b="0" spc="120">
                          <a:latin typeface="华文楷体" panose="02010600040101010101" charset="-122"/>
                          <a:ea typeface="华文楷体" panose="02010600040101010101" charset="-122"/>
                        </a:rPr>
                        <a:t>1-5 电阻</a:t>
                      </a:r>
                      <a:endParaRPr lang="zh-CN" sz="1200" b="0" spc="120">
                        <a:latin typeface="华文楷体" panose="02010600040101010101" charset="-122"/>
                        <a:ea typeface="华文楷体" panose="02010600040101010101" charset="-122"/>
                      </a:endParaRPr>
                    </a:p>
                    <a:p>
                      <a:pPr indent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200" b="0" spc="120">
                          <a:latin typeface="华文楷体" panose="02010600040101010101" charset="-122"/>
                          <a:ea typeface="华文楷体" panose="02010600040101010101" charset="-122"/>
                        </a:rPr>
                        <a:t>1-6 电压源和电流源</a:t>
                      </a:r>
                      <a:endParaRPr lang="zh-CN" sz="1200" b="0" spc="120">
                        <a:latin typeface="华文楷体" panose="02010600040101010101" charset="-122"/>
                        <a:ea typeface="华文楷体" panose="02010600040101010101" charset="-122"/>
                      </a:endParaRPr>
                    </a:p>
                    <a:p>
                      <a:pPr indent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200" b="0" spc="120">
                          <a:latin typeface="华文楷体" panose="02010600040101010101" charset="-122"/>
                          <a:ea typeface="华文楷体" panose="02010600040101010101" charset="-122"/>
                        </a:rPr>
                        <a:t>1-7 基尔霍夫定律</a:t>
                      </a:r>
                      <a:endParaRPr lang="zh-CN" sz="1200" b="0" spc="120">
                        <a:latin typeface="华文楷体" panose="02010600040101010101" charset="-122"/>
                        <a:ea typeface="华文楷体" panose="02010600040101010101" charset="-122"/>
                      </a:endParaRPr>
                    </a:p>
                  </a:txBody>
                  <a:tcPr marL="177800" marR="177800" marT="6350" marB="6350" anchor="ctr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indent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1200" b="0" spc="120">
                          <a:latin typeface="华文楷体" panose="02010600040101010101" charset="-122"/>
                          <a:ea typeface="华文楷体" panose="02010600040101010101" charset="-122"/>
                        </a:rPr>
                        <a:t>4</a:t>
                      </a:r>
                      <a:endParaRPr lang="en-US" altLang="zh-CN" sz="1200" b="0" spc="120">
                        <a:latin typeface="华文楷体" panose="02010600040101010101" charset="-122"/>
                        <a:ea typeface="华文楷体" panose="02010600040101010101" charset="-122"/>
                      </a:endParaRPr>
                    </a:p>
                  </a:txBody>
                  <a:tcPr marL="177800" marR="177800" marT="6350" marB="6350" anchor="ctr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indent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altLang="zh-CN" sz="1200" b="0" spc="120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77800" marR="177800" marT="6350" marB="6350" anchor="ctr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indent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altLang="zh-CN" sz="1200" b="0" spc="120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77800" marR="177800" marT="6350" marB="6350" anchor="ctr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indent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1200" b="0" spc="120">
                          <a:latin typeface="华文楷体" panose="02010600040101010101" charset="-122"/>
                          <a:ea typeface="华文楷体" panose="02010600040101010101" charset="-122"/>
                        </a:rPr>
                        <a:t>1</a:t>
                      </a:r>
                      <a:r>
                        <a:rPr lang="zh-CN" altLang="en-US" sz="1200" b="0" spc="120">
                          <a:latin typeface="华文楷体" panose="02010600040101010101" charset="-122"/>
                          <a:ea typeface="华文楷体" panose="02010600040101010101" charset="-122"/>
                        </a:rPr>
                        <a:t>、利用</a:t>
                      </a:r>
                      <a:r>
                        <a:rPr lang="en-US" altLang="zh-CN" sz="1200" b="0" spc="120">
                          <a:latin typeface="华文楷体" panose="02010600040101010101" charset="-122"/>
                          <a:ea typeface="华文楷体" panose="02010600040101010101" charset="-122"/>
                        </a:rPr>
                        <a:t>multisim</a:t>
                      </a:r>
                      <a:r>
                        <a:rPr lang="zh-CN" altLang="en-US" sz="1200" b="0" spc="120">
                          <a:latin typeface="华文楷体" panose="02010600040101010101" charset="-122"/>
                          <a:ea typeface="华文楷体" panose="02010600040101010101" charset="-122"/>
                        </a:rPr>
                        <a:t>仿真软件仿真参考方向和功率的关系，验证基尔霍夫定理</a:t>
                      </a:r>
                      <a:endParaRPr lang="zh-CN" altLang="en-US" sz="1200" b="0" spc="120">
                        <a:latin typeface="华文楷体" panose="02010600040101010101" charset="-122"/>
                        <a:ea typeface="华文楷体" panose="02010600040101010101" charset="-122"/>
                      </a:endParaRPr>
                    </a:p>
                  </a:txBody>
                  <a:tcPr marL="177800" marR="177800" marT="6350" marB="6350" anchor="ctr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indent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altLang="zh-CN" sz="1200" b="0" spc="120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77800" marR="177800" marT="6350" marB="6350" anchor="ctr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indent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altLang="zh-CN" sz="1200" b="0" spc="120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77800" marR="177800" marT="6350" marB="6350" anchor="ctr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indent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1200" b="0" spc="120">
                          <a:latin typeface="华文楷体" panose="02010600040101010101" charset="-122"/>
                          <a:ea typeface="华文楷体" panose="02010600040101010101" charset="-122"/>
                        </a:rPr>
                        <a:t>2.17-2.21</a:t>
                      </a:r>
                      <a:endParaRPr lang="en-US" altLang="zh-CN" sz="1200" b="0" spc="120">
                        <a:latin typeface="华文楷体" panose="02010600040101010101" charset="-122"/>
                        <a:ea typeface="华文楷体" panose="02010600040101010101" charset="-122"/>
                      </a:endParaRPr>
                    </a:p>
                    <a:p>
                      <a:pPr indent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200" b="0" spc="120">
                          <a:latin typeface="华文楷体" panose="02010600040101010101" charset="-122"/>
                          <a:ea typeface="华文楷体" panose="02010600040101010101" charset="-122"/>
                        </a:rPr>
                        <a:t>作业：</a:t>
                      </a:r>
                      <a:endParaRPr lang="zh-CN" sz="1200" b="0" spc="120">
                        <a:latin typeface="华文楷体" panose="02010600040101010101" charset="-122"/>
                        <a:ea typeface="华文楷体" panose="02010600040101010101" charset="-122"/>
                      </a:endParaRPr>
                    </a:p>
                    <a:p>
                      <a:pPr indent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200" b="0" spc="120">
                          <a:latin typeface="华文楷体" panose="02010600040101010101" charset="-122"/>
                          <a:ea typeface="华文楷体" panose="02010600040101010101" charset="-122"/>
                        </a:rPr>
                        <a:t>课堂小测</a:t>
                      </a:r>
                      <a:r>
                        <a:rPr lang="en-US" altLang="zh-CN" sz="1200" b="0" spc="120">
                          <a:latin typeface="华文楷体" panose="02010600040101010101" charset="-122"/>
                          <a:ea typeface="华文楷体" panose="02010600040101010101" charset="-122"/>
                        </a:rPr>
                        <a:t>1</a:t>
                      </a:r>
                      <a:r>
                        <a:rPr lang="zh-CN" altLang="en-US" sz="1200" b="0" spc="120">
                          <a:latin typeface="华文楷体" panose="02010600040101010101" charset="-122"/>
                          <a:ea typeface="华文楷体" panose="02010600040101010101" charset="-122"/>
                        </a:rPr>
                        <a:t>：参考方向和功率关系；基尔霍夫定理</a:t>
                      </a:r>
                      <a:endParaRPr lang="zh-CN" altLang="en-US" sz="1200" b="0" spc="120">
                        <a:latin typeface="华文楷体" panose="02010600040101010101" charset="-122"/>
                        <a:ea typeface="华文楷体" panose="02010600040101010101" charset="-122"/>
                      </a:endParaRPr>
                    </a:p>
                  </a:txBody>
                  <a:tcPr marL="177800" marR="177800" marT="6350" marB="6350" anchor="ctr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327150">
                <a:tc>
                  <a:txBody>
                    <a:bodyPr/>
                    <a:p>
                      <a:pPr indent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1200" b="0" spc="120">
                          <a:latin typeface="华文楷体" panose="02010600040101010101" charset="-122"/>
                          <a:ea typeface="华文楷体" panose="02010600040101010101" charset="-122"/>
                        </a:rPr>
                        <a:t>2</a:t>
                      </a:r>
                      <a:endParaRPr lang="en-US" altLang="zh-CN" sz="1200" b="0" spc="120">
                        <a:latin typeface="华文楷体" panose="02010600040101010101" charset="-122"/>
                        <a:ea typeface="华文楷体" panose="02010600040101010101" charset="-122"/>
                      </a:endParaRPr>
                    </a:p>
                  </a:txBody>
                  <a:tcPr marL="177800" marR="177800" marT="6350" marB="6350" anchor="ctr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indent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200" b="0" spc="120">
                          <a:latin typeface="华文楷体" panose="02010600040101010101" charset="-122"/>
                          <a:ea typeface="华文楷体" panose="02010600040101010101" charset="-122"/>
                        </a:rPr>
                        <a:t>第二章</a:t>
                      </a:r>
                      <a:r>
                        <a:rPr lang="zh-CN" altLang="en-US" sz="1200" b="0" spc="120">
                          <a:latin typeface="华文楷体" panose="02010600040101010101" charset="-122"/>
                          <a:ea typeface="华文楷体" panose="02010600040101010101" charset="-122"/>
                        </a:rPr>
                        <a:t> </a:t>
                      </a:r>
                      <a:r>
                        <a:rPr lang="zh-CN" sz="1200" b="0" spc="120">
                          <a:latin typeface="华文楷体" panose="02010600040101010101" charset="-122"/>
                          <a:ea typeface="华文楷体" panose="02010600040101010101" charset="-122"/>
                        </a:rPr>
                        <a:t>电阻电路的等效变换</a:t>
                      </a:r>
                      <a:endParaRPr lang="zh-CN" sz="1200" b="0" spc="120">
                        <a:latin typeface="华文楷体" panose="02010600040101010101" charset="-122"/>
                        <a:ea typeface="华文楷体" panose="02010600040101010101" charset="-122"/>
                      </a:endParaRPr>
                    </a:p>
                    <a:p>
                      <a:pPr indent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1200" b="0" spc="120">
                          <a:latin typeface="华文楷体" panose="02010600040101010101" charset="-122"/>
                          <a:ea typeface="华文楷体" panose="02010600040101010101" charset="-122"/>
                        </a:rPr>
                        <a:t>2-1 </a:t>
                      </a:r>
                      <a:r>
                        <a:rPr lang="zh-CN" altLang="en-US" sz="1200" b="0" spc="120">
                          <a:latin typeface="华文楷体" panose="02010600040101010101" charset="-122"/>
                          <a:ea typeface="华文楷体" panose="02010600040101010101" charset="-122"/>
                        </a:rPr>
                        <a:t>等效变换</a:t>
                      </a:r>
                      <a:endParaRPr lang="zh-CN" altLang="en-US" sz="1200" b="0" spc="120">
                        <a:latin typeface="华文楷体" panose="02010600040101010101" charset="-122"/>
                        <a:ea typeface="华文楷体" panose="02010600040101010101" charset="-122"/>
                      </a:endParaRPr>
                    </a:p>
                    <a:p>
                      <a:pPr indent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1200" b="0" spc="120">
                          <a:latin typeface="华文楷体" panose="02010600040101010101" charset="-122"/>
                          <a:ea typeface="华文楷体" panose="02010600040101010101" charset="-122"/>
                        </a:rPr>
                        <a:t>2-2 </a:t>
                      </a:r>
                      <a:r>
                        <a:rPr lang="zh-CN" altLang="en-US" sz="1200" b="0" spc="120">
                          <a:latin typeface="华文楷体" panose="02010600040101010101" charset="-122"/>
                          <a:ea typeface="华文楷体" panose="02010600040101010101" charset="-122"/>
                        </a:rPr>
                        <a:t>电阻的串并联</a:t>
                      </a:r>
                      <a:endParaRPr lang="zh-CN" altLang="en-US" sz="1200" b="0" spc="120">
                        <a:latin typeface="华文楷体" panose="02010600040101010101" charset="-122"/>
                        <a:ea typeface="华文楷体" panose="02010600040101010101" charset="-122"/>
                      </a:endParaRPr>
                    </a:p>
                    <a:p>
                      <a:pPr indent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1200" b="0" spc="120">
                          <a:latin typeface="华文楷体" panose="02010600040101010101" charset="-122"/>
                          <a:ea typeface="华文楷体" panose="02010600040101010101" charset="-122"/>
                        </a:rPr>
                        <a:t>2-3 </a:t>
                      </a:r>
                      <a:r>
                        <a:rPr lang="zh-CN" altLang="en-US" sz="1200" b="0" spc="120">
                          <a:latin typeface="华文楷体" panose="02010600040101010101" charset="-122"/>
                          <a:ea typeface="华文楷体" panose="02010600040101010101" charset="-122"/>
                        </a:rPr>
                        <a:t>理想电压源、理想电流源的串并联</a:t>
                      </a:r>
                      <a:endParaRPr lang="zh-CN" altLang="en-US" sz="1200" b="0" spc="120">
                        <a:latin typeface="华文楷体" panose="02010600040101010101" charset="-122"/>
                        <a:ea typeface="华文楷体" panose="02010600040101010101" charset="-122"/>
                      </a:endParaRPr>
                    </a:p>
                    <a:p>
                      <a:pPr indent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1200" b="0" spc="120">
                          <a:latin typeface="华文楷体" panose="02010600040101010101" charset="-122"/>
                          <a:ea typeface="华文楷体" panose="02010600040101010101" charset="-122"/>
                        </a:rPr>
                        <a:t>2-4 </a:t>
                      </a:r>
                      <a:r>
                        <a:rPr lang="zh-CN" altLang="en-US" sz="1200" b="0" spc="120">
                          <a:latin typeface="华文楷体" panose="02010600040101010101" charset="-122"/>
                          <a:ea typeface="华文楷体" panose="02010600040101010101" charset="-122"/>
                        </a:rPr>
                        <a:t>电源的等效变换</a:t>
                      </a:r>
                      <a:endParaRPr lang="zh-CN" altLang="en-US" sz="1200" b="0" spc="120">
                        <a:latin typeface="华文楷体" panose="02010600040101010101" charset="-122"/>
                        <a:ea typeface="华文楷体" panose="02010600040101010101" charset="-122"/>
                      </a:endParaRPr>
                    </a:p>
                    <a:p>
                      <a:pPr indent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1200" b="0" spc="120">
                          <a:latin typeface="华文楷体" panose="02010600040101010101" charset="-122"/>
                          <a:ea typeface="华文楷体" panose="02010600040101010101" charset="-122"/>
                        </a:rPr>
                        <a:t>2-5 </a:t>
                      </a:r>
                      <a:r>
                        <a:rPr lang="zh-CN" sz="1200" b="0" spc="120">
                          <a:latin typeface="华文楷体" panose="02010600040101010101" charset="-122"/>
                          <a:ea typeface="华文楷体" panose="02010600040101010101" charset="-122"/>
                        </a:rPr>
                        <a:t>输入电阻</a:t>
                      </a:r>
                      <a:endParaRPr lang="zh-CN" sz="1200" b="0" spc="120">
                        <a:latin typeface="华文楷体" panose="02010600040101010101" charset="-122"/>
                        <a:ea typeface="华文楷体" panose="02010600040101010101" charset="-122"/>
                      </a:endParaRPr>
                    </a:p>
                  </a:txBody>
                  <a:tcPr marL="177800" marR="177800" marT="6350" marB="6350" anchor="ctr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indent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1200" b="0" spc="120">
                          <a:latin typeface="华文楷体" panose="02010600040101010101" charset="-122"/>
                          <a:ea typeface="华文楷体" panose="02010600040101010101" charset="-122"/>
                        </a:rPr>
                        <a:t>4</a:t>
                      </a:r>
                      <a:endParaRPr lang="en-US" altLang="zh-CN" sz="1200" b="0" spc="120">
                        <a:latin typeface="华文楷体" panose="02010600040101010101" charset="-122"/>
                        <a:ea typeface="华文楷体" panose="02010600040101010101" charset="-122"/>
                      </a:endParaRPr>
                    </a:p>
                  </a:txBody>
                  <a:tcPr marL="177800" marR="177800" marT="6350" marB="6350" anchor="ctr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indent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altLang="zh-CN" sz="1200" b="0" spc="120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77800" marR="177800" marT="6350" marB="6350" anchor="ctr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indent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altLang="zh-CN" sz="1200" b="0" spc="120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77800" marR="177800" marT="6350" marB="6350" anchor="ctr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indent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1200" b="0" spc="120">
                          <a:latin typeface="华文楷体" panose="02010600040101010101" charset="-122"/>
                          <a:ea typeface="华文楷体" panose="02010600040101010101" charset="-122"/>
                        </a:rPr>
                        <a:t>2</a:t>
                      </a:r>
                      <a:r>
                        <a:rPr lang="zh-CN" altLang="en-US" sz="1200" b="0" spc="120">
                          <a:latin typeface="华文楷体" panose="02010600040101010101" charset="-122"/>
                          <a:ea typeface="华文楷体" panose="02010600040101010101" charset="-122"/>
                        </a:rPr>
                        <a:t>、利用</a:t>
                      </a:r>
                      <a:r>
                        <a:rPr lang="en-US" altLang="zh-CN" sz="1200" b="0" spc="120">
                          <a:latin typeface="华文楷体" panose="02010600040101010101" charset="-122"/>
                          <a:ea typeface="华文楷体" panose="02010600040101010101" charset="-122"/>
                        </a:rPr>
                        <a:t>multisim</a:t>
                      </a:r>
                      <a:r>
                        <a:rPr lang="zh-CN" altLang="en-US" sz="1200" b="0" spc="120">
                          <a:latin typeface="华文楷体" panose="02010600040101010101" charset="-122"/>
                          <a:ea typeface="华文楷体" panose="02010600040101010101" charset="-122"/>
                        </a:rPr>
                        <a:t>仿真软件验证电源的等效变换</a:t>
                      </a:r>
                      <a:endParaRPr lang="zh-CN" altLang="en-US" sz="1200" b="0" spc="120">
                        <a:latin typeface="华文楷体" panose="02010600040101010101" charset="-122"/>
                        <a:ea typeface="华文楷体" panose="02010600040101010101" charset="-122"/>
                      </a:endParaRPr>
                    </a:p>
                  </a:txBody>
                  <a:tcPr marL="177800" marR="177800" marT="6350" marB="6350" anchor="ctr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indent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altLang="zh-CN" sz="1200" b="0" spc="120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77800" marR="177800" marT="6350" marB="6350" anchor="ctr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indent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altLang="zh-CN" sz="1200" b="0" spc="120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77800" marR="177800" marT="6350" marB="6350" anchor="ctr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indent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1200" b="0" spc="120">
                          <a:latin typeface="华文楷体" panose="02010600040101010101" charset="-122"/>
                          <a:ea typeface="华文楷体" panose="02010600040101010101" charset="-122"/>
                        </a:rPr>
                        <a:t>2.24-2.28</a:t>
                      </a:r>
                      <a:endParaRPr lang="en-US" altLang="zh-CN" sz="1200" b="0" spc="120">
                        <a:latin typeface="华文楷体" panose="02010600040101010101" charset="-122"/>
                        <a:ea typeface="华文楷体" panose="02010600040101010101" charset="-122"/>
                      </a:endParaRPr>
                    </a:p>
                    <a:p>
                      <a:pPr indent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200" b="0" spc="120">
                          <a:latin typeface="华文楷体" panose="02010600040101010101" charset="-122"/>
                          <a:ea typeface="华文楷体" panose="02010600040101010101" charset="-122"/>
                        </a:rPr>
                        <a:t>作业：</a:t>
                      </a:r>
                      <a:endParaRPr lang="zh-CN" sz="1200" b="0" spc="120">
                        <a:latin typeface="华文楷体" panose="02010600040101010101" charset="-122"/>
                        <a:ea typeface="华文楷体" panose="02010600040101010101" charset="-122"/>
                      </a:endParaRPr>
                    </a:p>
                  </a:txBody>
                  <a:tcPr marL="177800" marR="177800" marT="6350" marB="6350" anchor="ctr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327150">
                <a:tc>
                  <a:txBody>
                    <a:bodyPr/>
                    <a:p>
                      <a:pPr indent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1200" b="0" spc="120">
                          <a:latin typeface="华文楷体" panose="02010600040101010101" charset="-122"/>
                          <a:ea typeface="华文楷体" panose="02010600040101010101" charset="-122"/>
                        </a:rPr>
                        <a:t>3</a:t>
                      </a:r>
                      <a:endParaRPr lang="en-US" altLang="zh-CN" sz="1200" b="0" spc="120">
                        <a:latin typeface="华文楷体" panose="02010600040101010101" charset="-122"/>
                        <a:ea typeface="华文楷体" panose="02010600040101010101" charset="-122"/>
                      </a:endParaRPr>
                    </a:p>
                  </a:txBody>
                  <a:tcPr marL="177800" marR="177800" marT="6350" marB="6350" anchor="ctr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indent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200" b="0" spc="120">
                          <a:latin typeface="华文楷体" panose="02010600040101010101" charset="-122"/>
                          <a:ea typeface="华文楷体" panose="02010600040101010101" charset="-122"/>
                        </a:rPr>
                        <a:t>第三章</a:t>
                      </a:r>
                      <a:r>
                        <a:rPr lang="zh-CN" altLang="en-US" sz="1200" b="0" spc="120">
                          <a:latin typeface="华文楷体" panose="02010600040101010101" charset="-122"/>
                          <a:ea typeface="华文楷体" panose="02010600040101010101" charset="-122"/>
                        </a:rPr>
                        <a:t> </a:t>
                      </a:r>
                      <a:r>
                        <a:rPr lang="zh-CN" sz="1200" b="0" spc="120">
                          <a:latin typeface="华文楷体" panose="02010600040101010101" charset="-122"/>
                          <a:ea typeface="华文楷体" panose="02010600040101010101" charset="-122"/>
                        </a:rPr>
                        <a:t>电阻电路的一般分析</a:t>
                      </a:r>
                      <a:endParaRPr lang="zh-CN" sz="1200" b="0" spc="120">
                        <a:latin typeface="华文楷体" panose="02010600040101010101" charset="-122"/>
                        <a:ea typeface="华文楷体" panose="02010600040101010101" charset="-122"/>
                      </a:endParaRPr>
                    </a:p>
                    <a:p>
                      <a:pPr indent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1200" b="0" spc="120">
                          <a:latin typeface="华文楷体" panose="02010600040101010101" charset="-122"/>
                          <a:ea typeface="华文楷体" panose="02010600040101010101" charset="-122"/>
                        </a:rPr>
                        <a:t>3-1 </a:t>
                      </a:r>
                      <a:r>
                        <a:rPr lang="zh-CN" altLang="en-US" sz="1200" b="0" spc="120">
                          <a:latin typeface="华文楷体" panose="02010600040101010101" charset="-122"/>
                          <a:ea typeface="华文楷体" panose="02010600040101010101" charset="-122"/>
                        </a:rPr>
                        <a:t>电路的图</a:t>
                      </a:r>
                      <a:endParaRPr lang="zh-CN" altLang="en-US" sz="1200" b="0" spc="120">
                        <a:latin typeface="华文楷体" panose="02010600040101010101" charset="-122"/>
                        <a:ea typeface="华文楷体" panose="02010600040101010101" charset="-122"/>
                      </a:endParaRPr>
                    </a:p>
                    <a:p>
                      <a:pPr indent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1200" b="0" spc="120">
                          <a:latin typeface="华文楷体" panose="02010600040101010101" charset="-122"/>
                          <a:ea typeface="华文楷体" panose="02010600040101010101" charset="-122"/>
                        </a:rPr>
                        <a:t>3-2 </a:t>
                      </a:r>
                      <a:r>
                        <a:rPr lang="zh-CN" altLang="en-US" sz="1200" b="0" spc="120">
                          <a:latin typeface="华文楷体" panose="02010600040101010101" charset="-122"/>
                          <a:ea typeface="华文楷体" panose="02010600040101010101" charset="-122"/>
                        </a:rPr>
                        <a:t>独立方程数</a:t>
                      </a:r>
                      <a:endParaRPr lang="zh-CN" altLang="en-US" sz="1200" b="0" spc="120">
                        <a:latin typeface="华文楷体" panose="02010600040101010101" charset="-122"/>
                        <a:ea typeface="华文楷体" panose="02010600040101010101" charset="-122"/>
                      </a:endParaRPr>
                    </a:p>
                    <a:p>
                      <a:pPr indent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1200" b="0" spc="120">
                          <a:latin typeface="华文楷体" panose="02010600040101010101" charset="-122"/>
                          <a:ea typeface="华文楷体" panose="02010600040101010101" charset="-122"/>
                        </a:rPr>
                        <a:t>3-3 </a:t>
                      </a:r>
                      <a:r>
                        <a:rPr lang="zh-CN" altLang="en-US" sz="1200" b="0" spc="120">
                          <a:latin typeface="华文楷体" panose="02010600040101010101" charset="-122"/>
                          <a:ea typeface="华文楷体" panose="02010600040101010101" charset="-122"/>
                        </a:rPr>
                        <a:t>支路电流法</a:t>
                      </a:r>
                      <a:endParaRPr lang="zh-CN" altLang="en-US" sz="1200" b="0" spc="120">
                        <a:latin typeface="华文楷体" panose="02010600040101010101" charset="-122"/>
                        <a:ea typeface="华文楷体" panose="02010600040101010101" charset="-122"/>
                      </a:endParaRPr>
                    </a:p>
                    <a:p>
                      <a:pPr indent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1200" b="0" spc="120">
                          <a:latin typeface="华文楷体" panose="02010600040101010101" charset="-122"/>
                          <a:ea typeface="华文楷体" panose="02010600040101010101" charset="-122"/>
                        </a:rPr>
                        <a:t>3-4 </a:t>
                      </a:r>
                      <a:r>
                        <a:rPr lang="zh-CN" altLang="en-US" sz="1200" b="0" spc="120">
                          <a:latin typeface="华文楷体" panose="02010600040101010101" charset="-122"/>
                          <a:ea typeface="华文楷体" panose="02010600040101010101" charset="-122"/>
                        </a:rPr>
                        <a:t>回路电流法</a:t>
                      </a:r>
                      <a:endParaRPr lang="zh-CN" altLang="en-US" sz="1200" b="0" spc="120">
                        <a:latin typeface="华文楷体" panose="02010600040101010101" charset="-122"/>
                        <a:ea typeface="华文楷体" panose="02010600040101010101" charset="-122"/>
                      </a:endParaRPr>
                    </a:p>
                    <a:p>
                      <a:pPr indent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1200" b="0" spc="120">
                          <a:latin typeface="华文楷体" panose="02010600040101010101" charset="-122"/>
                          <a:ea typeface="华文楷体" panose="02010600040101010101" charset="-122"/>
                        </a:rPr>
                        <a:t>3-5 </a:t>
                      </a:r>
                      <a:r>
                        <a:rPr lang="zh-CN" altLang="en-US" sz="1200" b="0" spc="120">
                          <a:latin typeface="华文楷体" panose="02010600040101010101" charset="-122"/>
                          <a:ea typeface="华文楷体" panose="02010600040101010101" charset="-122"/>
                        </a:rPr>
                        <a:t>结点电压法</a:t>
                      </a:r>
                      <a:endParaRPr lang="zh-CN" altLang="en-US" sz="1200" b="0" spc="120">
                        <a:latin typeface="华文楷体" panose="02010600040101010101" charset="-122"/>
                        <a:ea typeface="华文楷体" panose="02010600040101010101" charset="-122"/>
                      </a:endParaRPr>
                    </a:p>
                  </a:txBody>
                  <a:tcPr marL="177800" marR="177800" marT="6350" marB="6350" anchor="ctr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indent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1200" b="0" spc="120">
                          <a:latin typeface="华文楷体" panose="02010600040101010101" charset="-122"/>
                          <a:ea typeface="华文楷体" panose="02010600040101010101" charset="-122"/>
                        </a:rPr>
                        <a:t>4</a:t>
                      </a:r>
                      <a:endParaRPr lang="en-US" altLang="zh-CN" sz="1200" b="0" spc="120">
                        <a:latin typeface="华文楷体" panose="02010600040101010101" charset="-122"/>
                        <a:ea typeface="华文楷体" panose="02010600040101010101" charset="-122"/>
                      </a:endParaRPr>
                    </a:p>
                  </a:txBody>
                  <a:tcPr marL="177800" marR="177800" marT="6350" marB="6350" anchor="ctr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indent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altLang="zh-CN" sz="1200" b="0" spc="120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77800" marR="177800" marT="6350" marB="6350" anchor="ctr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indent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altLang="zh-CN" sz="1200" b="0" spc="120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77800" marR="177800" marT="6350" marB="6350" anchor="ctr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indent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altLang="zh-CN" sz="1200" b="0" spc="120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77800" marR="177800" marT="6350" marB="6350" anchor="ctr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indent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altLang="zh-CN" sz="1200" b="0" spc="120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77800" marR="177800" marT="6350" marB="6350" anchor="ctr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indent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altLang="zh-CN" sz="1200" b="0" spc="120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77800" marR="177800" marT="6350" marB="6350" anchor="ctr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indent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1200" b="0" spc="120">
                          <a:latin typeface="华文楷体" panose="02010600040101010101" charset="-122"/>
                          <a:ea typeface="华文楷体" panose="02010600040101010101" charset="-122"/>
                        </a:rPr>
                        <a:t>3.3-3.7</a:t>
                      </a:r>
                      <a:endParaRPr lang="en-US" altLang="zh-CN" sz="1200" b="0" spc="120">
                        <a:latin typeface="华文楷体" panose="02010600040101010101" charset="-122"/>
                        <a:ea typeface="华文楷体" panose="02010600040101010101" charset="-122"/>
                      </a:endParaRPr>
                    </a:p>
                    <a:p>
                      <a:pPr indent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200" b="0" spc="120">
                          <a:latin typeface="华文楷体" panose="02010600040101010101" charset="-122"/>
                          <a:ea typeface="华文楷体" panose="02010600040101010101" charset="-122"/>
                        </a:rPr>
                        <a:t>作业：</a:t>
                      </a:r>
                      <a:endParaRPr lang="zh-CN" sz="1200" b="0" spc="120">
                        <a:latin typeface="华文楷体" panose="02010600040101010101" charset="-122"/>
                        <a:ea typeface="华文楷体" panose="02010600040101010101" charset="-122"/>
                      </a:endParaRPr>
                    </a:p>
                    <a:p>
                      <a:pPr indent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200" b="0" spc="120">
                          <a:latin typeface="华文楷体" panose="02010600040101010101" charset="-122"/>
                          <a:ea typeface="华文楷体" panose="02010600040101010101" charset="-122"/>
                        </a:rPr>
                        <a:t>课堂小测</a:t>
                      </a:r>
                      <a:r>
                        <a:rPr lang="en-US" altLang="zh-CN" sz="1200" b="0" spc="120">
                          <a:latin typeface="华文楷体" panose="02010600040101010101" charset="-122"/>
                          <a:ea typeface="华文楷体" panose="02010600040101010101" charset="-122"/>
                        </a:rPr>
                        <a:t>2</a:t>
                      </a:r>
                      <a:r>
                        <a:rPr lang="zh-CN" altLang="en-US" sz="1200" b="0" spc="120">
                          <a:latin typeface="华文楷体" panose="02010600040101010101" charset="-122"/>
                          <a:ea typeface="华文楷体" panose="02010600040101010101" charset="-122"/>
                        </a:rPr>
                        <a:t>：回路电流法和节点电压法</a:t>
                      </a:r>
                      <a:endParaRPr lang="zh-CN" altLang="en-US" sz="1200" b="0" spc="120">
                        <a:latin typeface="华文楷体" panose="02010600040101010101" charset="-122"/>
                        <a:ea typeface="华文楷体" panose="02010600040101010101" charset="-122"/>
                      </a:endParaRPr>
                    </a:p>
                  </a:txBody>
                  <a:tcPr marL="177800" marR="177800" marT="6350" marB="6350" anchor="ctr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表格 1"/>
          <p:cNvGraphicFramePr/>
          <p:nvPr>
            <p:custDataLst>
              <p:tags r:id="rId1"/>
            </p:custDataLst>
          </p:nvPr>
        </p:nvGraphicFramePr>
        <p:xfrm>
          <a:off x="215900" y="1160780"/>
          <a:ext cx="11760200" cy="4799330"/>
        </p:xfrm>
        <a:graphic>
          <a:graphicData uri="http://schemas.openxmlformats.org/drawingml/2006/table">
            <a:tbl>
              <a:tblPr/>
              <a:tblGrid>
                <a:gridCol w="237490"/>
                <a:gridCol w="5195570"/>
                <a:gridCol w="237490"/>
                <a:gridCol w="208280"/>
                <a:gridCol w="208280"/>
                <a:gridCol w="2607310"/>
                <a:gridCol w="208280"/>
                <a:gridCol w="208280"/>
                <a:gridCol w="2649220"/>
              </a:tblGrid>
              <a:tr h="473075">
                <a:tc>
                  <a:txBody>
                    <a:bodyPr/>
                    <a:p>
                      <a:pPr indent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1000" b="1" spc="60">
                          <a:latin typeface="华文楷体" panose="02010600040101010101" charset="-122"/>
                          <a:ea typeface="华文楷体" panose="02010600040101010101" charset="-122"/>
                        </a:rPr>
                        <a:t>4</a:t>
                      </a:r>
                      <a:endParaRPr lang="en-US" altLang="zh-CN" sz="1000" b="1" spc="60">
                        <a:latin typeface="华文楷体" panose="02010600040101010101" charset="-122"/>
                        <a:ea typeface="华文楷体" panose="02010600040101010101" charset="-122"/>
                      </a:endParaRPr>
                    </a:p>
                  </a:txBody>
                  <a:tcPr marL="25400" marR="25400" marT="6350" marB="6350" anchor="ctr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indent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000" b="1" spc="60">
                          <a:latin typeface="华文楷体" panose="02010600040101010101" charset="-122"/>
                          <a:ea typeface="华文楷体" panose="02010600040101010101" charset="-122"/>
                        </a:rPr>
                        <a:t>第四章</a:t>
                      </a:r>
                      <a:r>
                        <a:rPr lang="zh-CN" altLang="en-US" sz="1000" b="1" spc="60">
                          <a:latin typeface="华文楷体" panose="02010600040101010101" charset="-122"/>
                          <a:ea typeface="华文楷体" panose="02010600040101010101" charset="-122"/>
                        </a:rPr>
                        <a:t> </a:t>
                      </a:r>
                      <a:r>
                        <a:rPr lang="zh-CN" sz="1000" b="1" spc="60">
                          <a:latin typeface="华文楷体" panose="02010600040101010101" charset="-122"/>
                          <a:ea typeface="华文楷体" panose="02010600040101010101" charset="-122"/>
                        </a:rPr>
                        <a:t>电路定理</a:t>
                      </a:r>
                      <a:r>
                        <a:rPr lang="en-US" altLang="zh-CN" sz="1000" b="1" spc="60">
                          <a:latin typeface="华文楷体" panose="02010600040101010101" charset="-122"/>
                          <a:ea typeface="华文楷体" panose="02010600040101010101" charset="-122"/>
                        </a:rPr>
                        <a:t>4-1</a:t>
                      </a:r>
                      <a:r>
                        <a:rPr lang="zh-CN" altLang="en-US" sz="1000" b="1" spc="60">
                          <a:latin typeface="华文楷体" panose="02010600040101010101" charset="-122"/>
                          <a:ea typeface="华文楷体" panose="02010600040101010101" charset="-122"/>
                        </a:rPr>
                        <a:t>叠加定理</a:t>
                      </a:r>
                      <a:r>
                        <a:rPr lang="en-US" altLang="zh-CN" sz="1000" b="1" spc="60">
                          <a:latin typeface="华文楷体" panose="02010600040101010101" charset="-122"/>
                          <a:ea typeface="华文楷体" panose="02010600040101010101" charset="-122"/>
                        </a:rPr>
                        <a:t>4-2</a:t>
                      </a:r>
                      <a:r>
                        <a:rPr lang="zh-CN" altLang="en-US" sz="1000" b="1" spc="60">
                          <a:latin typeface="华文楷体" panose="02010600040101010101" charset="-122"/>
                          <a:ea typeface="华文楷体" panose="02010600040101010101" charset="-122"/>
                        </a:rPr>
                        <a:t>替代定理</a:t>
                      </a:r>
                      <a:r>
                        <a:rPr lang="en-US" altLang="zh-CN" sz="1000" b="1" spc="60">
                          <a:latin typeface="华文楷体" panose="02010600040101010101" charset="-122"/>
                          <a:ea typeface="华文楷体" panose="02010600040101010101" charset="-122"/>
                        </a:rPr>
                        <a:t>4-3</a:t>
                      </a:r>
                      <a:r>
                        <a:rPr lang="zh-CN" altLang="en-US" sz="1000" b="1" spc="60">
                          <a:latin typeface="华文楷体" panose="02010600040101010101" charset="-122"/>
                          <a:ea typeface="华文楷体" panose="02010600040101010101" charset="-122"/>
                        </a:rPr>
                        <a:t>戴维宁定理诺顿定理</a:t>
                      </a:r>
                      <a:r>
                        <a:rPr lang="en-US" altLang="zh-CN" sz="1000" b="1" spc="60">
                          <a:latin typeface="华文楷体" panose="02010600040101010101" charset="-122"/>
                          <a:ea typeface="华文楷体" panose="02010600040101010101" charset="-122"/>
                        </a:rPr>
                        <a:t>4-4 </a:t>
                      </a:r>
                      <a:r>
                        <a:rPr lang="zh-CN" altLang="en-US" sz="1000" b="1" spc="60">
                          <a:latin typeface="华文楷体" panose="02010600040101010101" charset="-122"/>
                          <a:ea typeface="华文楷体" panose="02010600040101010101" charset="-122"/>
                        </a:rPr>
                        <a:t>最大功率传输定理</a:t>
                      </a:r>
                      <a:endParaRPr lang="zh-CN" altLang="en-US" sz="1000" b="1" spc="60">
                        <a:latin typeface="华文楷体" panose="02010600040101010101" charset="-122"/>
                        <a:ea typeface="华文楷体" panose="02010600040101010101" charset="-122"/>
                      </a:endParaRPr>
                    </a:p>
                  </a:txBody>
                  <a:tcPr marL="25400" marR="25400" marT="6350" marB="6350" anchor="ctr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indent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1000" b="1" spc="60">
                          <a:latin typeface="华文楷体" panose="02010600040101010101" charset="-122"/>
                          <a:ea typeface="华文楷体" panose="02010600040101010101" charset="-122"/>
                        </a:rPr>
                        <a:t>4</a:t>
                      </a:r>
                      <a:endParaRPr lang="en-US" altLang="zh-CN" sz="1000" b="1" spc="60">
                        <a:latin typeface="华文楷体" panose="02010600040101010101" charset="-122"/>
                        <a:ea typeface="华文楷体" panose="02010600040101010101" charset="-122"/>
                      </a:endParaRPr>
                    </a:p>
                  </a:txBody>
                  <a:tcPr marL="25400" marR="25400" marT="6350" marB="6350" anchor="ctr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indent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altLang="zh-CN" sz="1000" b="1" spc="60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25400" marR="25400" marT="6350" marB="6350" anchor="ctr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indent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altLang="zh-CN" sz="1000" b="1" spc="60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25400" marR="25400" marT="6350" marB="6350" anchor="ctr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indent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1000" b="1" spc="60">
                          <a:latin typeface="华文楷体" panose="02010600040101010101" charset="-122"/>
                          <a:ea typeface="华文楷体" panose="02010600040101010101" charset="-122"/>
                        </a:rPr>
                        <a:t>3</a:t>
                      </a:r>
                      <a:r>
                        <a:rPr lang="zh-CN" altLang="en-US" sz="1000" b="1" spc="60">
                          <a:latin typeface="华文楷体" panose="02010600040101010101" charset="-122"/>
                          <a:ea typeface="华文楷体" panose="02010600040101010101" charset="-122"/>
                        </a:rPr>
                        <a:t>、利用</a:t>
                      </a:r>
                      <a:r>
                        <a:rPr lang="en-US" altLang="zh-CN" sz="1000" b="1" spc="60">
                          <a:latin typeface="华文楷体" panose="02010600040101010101" charset="-122"/>
                          <a:ea typeface="华文楷体" panose="02010600040101010101" charset="-122"/>
                        </a:rPr>
                        <a:t>multisim</a:t>
                      </a:r>
                      <a:r>
                        <a:rPr lang="zh-CN" altLang="en-US" sz="1000" b="1" spc="60">
                          <a:latin typeface="华文楷体" panose="02010600040101010101" charset="-122"/>
                          <a:ea typeface="华文楷体" panose="02010600040101010101" charset="-122"/>
                        </a:rPr>
                        <a:t>仿真软件验证戴维南等效</a:t>
                      </a:r>
                      <a:endParaRPr lang="zh-CN" altLang="en-US" sz="1000" b="1" spc="60">
                        <a:latin typeface="华文楷体" panose="02010600040101010101" charset="-122"/>
                        <a:ea typeface="华文楷体" panose="02010600040101010101" charset="-122"/>
                      </a:endParaRPr>
                    </a:p>
                  </a:txBody>
                  <a:tcPr marL="25400" marR="25400" marT="6350" marB="6350" anchor="ctr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indent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altLang="zh-CN" sz="1000" b="1" spc="60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25400" marR="25400" marT="6350" marB="6350" anchor="ctr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indent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altLang="zh-CN" sz="1000" b="1" spc="60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25400" marR="25400" marT="6350" marB="6350" anchor="ctr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indent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1000" b="1" spc="60">
                          <a:latin typeface="华文楷体" panose="02010600040101010101" charset="-122"/>
                          <a:ea typeface="华文楷体" panose="02010600040101010101" charset="-122"/>
                        </a:rPr>
                        <a:t>3.10-3.14</a:t>
                      </a:r>
                      <a:r>
                        <a:rPr lang="zh-CN" sz="1000" b="1" spc="60">
                          <a:latin typeface="华文楷体" panose="02010600040101010101" charset="-122"/>
                          <a:ea typeface="华文楷体" panose="02010600040101010101" charset="-122"/>
                        </a:rPr>
                        <a:t>作业：课堂小测</a:t>
                      </a:r>
                      <a:r>
                        <a:rPr lang="en-US" altLang="zh-CN" sz="1000" b="1" spc="60">
                          <a:latin typeface="华文楷体" panose="02010600040101010101" charset="-122"/>
                          <a:ea typeface="华文楷体" panose="02010600040101010101" charset="-122"/>
                        </a:rPr>
                        <a:t>3</a:t>
                      </a:r>
                      <a:r>
                        <a:rPr lang="zh-CN" altLang="en-US" sz="1000" b="1" spc="60">
                          <a:latin typeface="华文楷体" panose="02010600040101010101" charset="-122"/>
                          <a:ea typeface="华文楷体" panose="02010600040101010101" charset="-122"/>
                        </a:rPr>
                        <a:t>：戴维南定理</a:t>
                      </a:r>
                      <a:endParaRPr lang="zh-CN" altLang="en-US" sz="1000" b="1" spc="60">
                        <a:latin typeface="华文楷体" panose="02010600040101010101" charset="-122"/>
                        <a:ea typeface="华文楷体" panose="02010600040101010101" charset="-122"/>
                      </a:endParaRPr>
                    </a:p>
                  </a:txBody>
                  <a:tcPr marL="25400" marR="25400" marT="6350" marB="6350" anchor="ctr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500630">
                <a:tc>
                  <a:txBody>
                    <a:bodyPr/>
                    <a:p>
                      <a:pPr indent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800" b="0" spc="60">
                          <a:latin typeface="华文楷体" panose="02010600040101010101" charset="-122"/>
                          <a:ea typeface="华文楷体" panose="02010600040101010101" charset="-122"/>
                        </a:rPr>
                        <a:t>5</a:t>
                      </a:r>
                      <a:endParaRPr lang="en-US" altLang="zh-CN" sz="800" b="0" spc="60">
                        <a:latin typeface="华文楷体" panose="02010600040101010101" charset="-122"/>
                        <a:ea typeface="华文楷体" panose="02010600040101010101" charset="-122"/>
                      </a:endParaRPr>
                    </a:p>
                  </a:txBody>
                  <a:tcPr marL="25400" marR="25400" marT="6350" marB="6350" anchor="ctr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indent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400" b="0" spc="60">
                          <a:latin typeface="华文楷体" panose="02010600040101010101" charset="-122"/>
                          <a:ea typeface="华文楷体" panose="02010600040101010101" charset="-122"/>
                        </a:rPr>
                        <a:t>第五章</a:t>
                      </a:r>
                      <a:r>
                        <a:rPr lang="zh-CN" altLang="en-US" sz="1400" b="0" spc="60">
                          <a:latin typeface="华文楷体" panose="02010600040101010101" charset="-122"/>
                          <a:ea typeface="华文楷体" panose="02010600040101010101" charset="-122"/>
                        </a:rPr>
                        <a:t> </a:t>
                      </a:r>
                      <a:r>
                        <a:rPr lang="zh-CN" sz="1400" b="0" spc="60">
                          <a:latin typeface="华文楷体" panose="02010600040101010101" charset="-122"/>
                          <a:ea typeface="华文楷体" panose="02010600040101010101" charset="-122"/>
                        </a:rPr>
                        <a:t>储能元件</a:t>
                      </a:r>
                      <a:endParaRPr lang="zh-CN" sz="1400" b="0" spc="60">
                        <a:latin typeface="华文楷体" panose="02010600040101010101" charset="-122"/>
                        <a:ea typeface="华文楷体" panose="02010600040101010101" charset="-122"/>
                      </a:endParaRPr>
                    </a:p>
                    <a:p>
                      <a:pPr indent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1400" b="0" spc="60">
                          <a:latin typeface="华文楷体" panose="02010600040101010101" charset="-122"/>
                          <a:ea typeface="华文楷体" panose="02010600040101010101" charset="-122"/>
                        </a:rPr>
                        <a:t>5-1 </a:t>
                      </a:r>
                      <a:r>
                        <a:rPr lang="zh-CN" altLang="en-US" sz="1400" b="0" spc="60">
                          <a:latin typeface="华文楷体" panose="02010600040101010101" charset="-122"/>
                          <a:ea typeface="华文楷体" panose="02010600040101010101" charset="-122"/>
                        </a:rPr>
                        <a:t>电容</a:t>
                      </a:r>
                      <a:endParaRPr lang="zh-CN" altLang="en-US" sz="1400" b="0" spc="60">
                        <a:latin typeface="华文楷体" panose="02010600040101010101" charset="-122"/>
                        <a:ea typeface="华文楷体" panose="02010600040101010101" charset="-122"/>
                      </a:endParaRPr>
                    </a:p>
                    <a:p>
                      <a:pPr indent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1400" b="0" spc="60">
                          <a:latin typeface="华文楷体" panose="02010600040101010101" charset="-122"/>
                          <a:ea typeface="华文楷体" panose="02010600040101010101" charset="-122"/>
                        </a:rPr>
                        <a:t>5-2 </a:t>
                      </a:r>
                      <a:r>
                        <a:rPr lang="zh-CN" altLang="en-US" sz="1400" b="0" spc="60">
                          <a:latin typeface="华文楷体" panose="02010600040101010101" charset="-122"/>
                          <a:ea typeface="华文楷体" panose="02010600040101010101" charset="-122"/>
                        </a:rPr>
                        <a:t>电容串并联</a:t>
                      </a:r>
                      <a:endParaRPr lang="zh-CN" altLang="en-US" sz="1400" b="0" spc="60">
                        <a:latin typeface="华文楷体" panose="02010600040101010101" charset="-122"/>
                        <a:ea typeface="华文楷体" panose="02010600040101010101" charset="-122"/>
                      </a:endParaRPr>
                    </a:p>
                    <a:p>
                      <a:pPr indent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1400" b="0" spc="60">
                          <a:latin typeface="华文楷体" panose="02010600040101010101" charset="-122"/>
                          <a:ea typeface="华文楷体" panose="02010600040101010101" charset="-122"/>
                        </a:rPr>
                        <a:t>5-3 </a:t>
                      </a:r>
                      <a:r>
                        <a:rPr lang="zh-CN" altLang="en-US" sz="1400" b="0" spc="60">
                          <a:latin typeface="华文楷体" panose="02010600040101010101" charset="-122"/>
                          <a:ea typeface="华文楷体" panose="02010600040101010101" charset="-122"/>
                        </a:rPr>
                        <a:t>电感</a:t>
                      </a:r>
                      <a:endParaRPr lang="zh-CN" altLang="en-US" sz="1400" b="0" spc="60">
                        <a:latin typeface="华文楷体" panose="02010600040101010101" charset="-122"/>
                        <a:ea typeface="华文楷体" panose="02010600040101010101" charset="-122"/>
                      </a:endParaRPr>
                    </a:p>
                    <a:p>
                      <a:pPr indent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1400" b="0" spc="60">
                          <a:latin typeface="华文楷体" panose="02010600040101010101" charset="-122"/>
                          <a:ea typeface="华文楷体" panose="02010600040101010101" charset="-122"/>
                        </a:rPr>
                        <a:t>5-4 </a:t>
                      </a:r>
                      <a:r>
                        <a:rPr lang="zh-CN" altLang="en-US" sz="1400" b="0" spc="60">
                          <a:latin typeface="华文楷体" panose="02010600040101010101" charset="-122"/>
                          <a:ea typeface="华文楷体" panose="02010600040101010101" charset="-122"/>
                        </a:rPr>
                        <a:t>电感串并联</a:t>
                      </a:r>
                      <a:endParaRPr lang="zh-CN" altLang="en-US" sz="1400" b="0" spc="60">
                        <a:latin typeface="华文楷体" panose="02010600040101010101" charset="-122"/>
                        <a:ea typeface="华文楷体" panose="02010600040101010101" charset="-122"/>
                      </a:endParaRPr>
                    </a:p>
                    <a:p>
                      <a:pPr indent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400" b="0" spc="60">
                          <a:latin typeface="华文楷体" panose="02010600040101010101" charset="-122"/>
                          <a:ea typeface="华文楷体" panose="02010600040101010101" charset="-122"/>
                        </a:rPr>
                        <a:t>第六章</a:t>
                      </a:r>
                      <a:r>
                        <a:rPr lang="zh-CN" altLang="en-US" sz="1400" b="0" spc="60">
                          <a:latin typeface="华文楷体" panose="02010600040101010101" charset="-122"/>
                          <a:ea typeface="华文楷体" panose="02010600040101010101" charset="-122"/>
                        </a:rPr>
                        <a:t> </a:t>
                      </a:r>
                      <a:r>
                        <a:rPr lang="zh-CN" sz="1400" b="0" spc="60">
                          <a:latin typeface="华文楷体" panose="02010600040101010101" charset="-122"/>
                          <a:ea typeface="华文楷体" panose="02010600040101010101" charset="-122"/>
                        </a:rPr>
                        <a:t>一阶电路和二阶电路的时域分析</a:t>
                      </a:r>
                      <a:endParaRPr lang="zh-CN" sz="1400" b="0" spc="60">
                        <a:latin typeface="华文楷体" panose="02010600040101010101" charset="-122"/>
                        <a:ea typeface="华文楷体" panose="02010600040101010101" charset="-122"/>
                      </a:endParaRPr>
                    </a:p>
                    <a:p>
                      <a:pPr indent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1400" b="0" spc="60">
                          <a:latin typeface="华文楷体" panose="02010600040101010101" charset="-122"/>
                          <a:ea typeface="华文楷体" panose="02010600040101010101" charset="-122"/>
                        </a:rPr>
                        <a:t>6-1 </a:t>
                      </a:r>
                      <a:r>
                        <a:rPr lang="zh-CN" altLang="en-US" sz="1400" b="0" spc="60">
                          <a:latin typeface="华文楷体" panose="02010600040101010101" charset="-122"/>
                          <a:ea typeface="华文楷体" panose="02010600040101010101" charset="-122"/>
                        </a:rPr>
                        <a:t>动态电路概述（电容和电感元件特性），动态方程的列写</a:t>
                      </a:r>
                      <a:endParaRPr lang="zh-CN" altLang="en-US" sz="1400" b="0" spc="60">
                        <a:latin typeface="华文楷体" panose="02010600040101010101" charset="-122"/>
                        <a:ea typeface="华文楷体" panose="02010600040101010101" charset="-122"/>
                      </a:endParaRPr>
                    </a:p>
                  </a:txBody>
                  <a:tcPr marL="25400" marR="25400" marT="6350" marB="6350" anchor="ctr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indent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1400" b="0" spc="60">
                          <a:latin typeface="华文楷体" panose="02010600040101010101" charset="-122"/>
                          <a:ea typeface="华文楷体" panose="02010600040101010101" charset="-122"/>
                        </a:rPr>
                        <a:t>4</a:t>
                      </a:r>
                      <a:endParaRPr lang="en-US" altLang="zh-CN" sz="1400" b="0" spc="60">
                        <a:latin typeface="华文楷体" panose="02010600040101010101" charset="-122"/>
                        <a:ea typeface="华文楷体" panose="02010600040101010101" charset="-122"/>
                      </a:endParaRPr>
                    </a:p>
                  </a:txBody>
                  <a:tcPr marL="25400" marR="25400" marT="6350" marB="6350" anchor="ctr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indent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altLang="zh-CN" sz="1400" b="0" spc="60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25400" marR="25400" marT="6350" marB="6350" anchor="ctr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indent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altLang="zh-CN" sz="1400" b="0" spc="60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25400" marR="25400" marT="6350" marB="6350" anchor="ctr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indent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altLang="zh-CN" sz="1400" b="0" spc="60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25400" marR="25400" marT="6350" marB="6350" anchor="ctr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indent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altLang="zh-CN" sz="1400" b="0" spc="60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25400" marR="25400" marT="6350" marB="6350" anchor="ctr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indent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altLang="zh-CN" sz="1400" b="0" spc="60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25400" marR="25400" marT="6350" marB="6350" anchor="ctr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indent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1400" b="0" spc="60">
                          <a:latin typeface="华文楷体" panose="02010600040101010101" charset="-122"/>
                          <a:ea typeface="华文楷体" panose="02010600040101010101" charset="-122"/>
                        </a:rPr>
                        <a:t>3.17-3.21</a:t>
                      </a:r>
                      <a:endParaRPr lang="en-US" altLang="zh-CN" sz="1400" b="0" spc="60">
                        <a:latin typeface="华文楷体" panose="02010600040101010101" charset="-122"/>
                        <a:ea typeface="华文楷体" panose="02010600040101010101" charset="-122"/>
                      </a:endParaRPr>
                    </a:p>
                    <a:p>
                      <a:pPr indent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400" b="0" spc="60">
                          <a:latin typeface="华文楷体" panose="02010600040101010101" charset="-122"/>
                          <a:ea typeface="华文楷体" panose="02010600040101010101" charset="-122"/>
                        </a:rPr>
                        <a:t>作业：</a:t>
                      </a:r>
                      <a:endParaRPr lang="zh-CN" sz="1400" b="0" spc="60">
                        <a:latin typeface="华文楷体" panose="02010600040101010101" charset="-122"/>
                        <a:ea typeface="华文楷体" panose="02010600040101010101" charset="-122"/>
                      </a:endParaRPr>
                    </a:p>
                  </a:txBody>
                  <a:tcPr marL="25400" marR="25400" marT="6350" marB="6350" anchor="ctr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442720">
                <a:tc>
                  <a:txBody>
                    <a:bodyPr/>
                    <a:p>
                      <a:pPr indent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800" b="0" spc="60">
                          <a:latin typeface="华文楷体" panose="02010600040101010101" charset="-122"/>
                          <a:ea typeface="华文楷体" panose="02010600040101010101" charset="-122"/>
                        </a:rPr>
                        <a:t>6</a:t>
                      </a:r>
                      <a:endParaRPr lang="en-US" altLang="zh-CN" sz="800" b="0" spc="60">
                        <a:latin typeface="华文楷体" panose="02010600040101010101" charset="-122"/>
                        <a:ea typeface="华文楷体" panose="02010600040101010101" charset="-122"/>
                      </a:endParaRPr>
                    </a:p>
                  </a:txBody>
                  <a:tcPr marL="25400" marR="25400" marT="6350" marB="6350" anchor="ctr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indent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400" b="0" spc="60">
                          <a:latin typeface="华文楷体" panose="02010600040101010101" charset="-122"/>
                          <a:ea typeface="华文楷体" panose="02010600040101010101" charset="-122"/>
                        </a:rPr>
                        <a:t>第六章</a:t>
                      </a:r>
                      <a:r>
                        <a:rPr lang="zh-CN" altLang="en-US" sz="1400" b="0" spc="60">
                          <a:latin typeface="华文楷体" panose="02010600040101010101" charset="-122"/>
                          <a:ea typeface="华文楷体" panose="02010600040101010101" charset="-122"/>
                        </a:rPr>
                        <a:t> </a:t>
                      </a:r>
                      <a:r>
                        <a:rPr lang="zh-CN" sz="1400" b="0" spc="60">
                          <a:latin typeface="华文楷体" panose="02010600040101010101" charset="-122"/>
                          <a:ea typeface="华文楷体" panose="02010600040101010101" charset="-122"/>
                        </a:rPr>
                        <a:t>一阶电路和二阶电路的时域分析</a:t>
                      </a:r>
                      <a:endParaRPr lang="zh-CN" sz="1400" b="0" spc="60">
                        <a:latin typeface="华文楷体" panose="02010600040101010101" charset="-122"/>
                        <a:ea typeface="华文楷体" panose="02010600040101010101" charset="-122"/>
                      </a:endParaRPr>
                    </a:p>
                    <a:p>
                      <a:pPr indent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1400" b="0" spc="60">
                          <a:latin typeface="华文楷体" panose="02010600040101010101" charset="-122"/>
                          <a:ea typeface="华文楷体" panose="02010600040101010101" charset="-122"/>
                        </a:rPr>
                        <a:t>6-2 </a:t>
                      </a:r>
                      <a:r>
                        <a:rPr lang="zh-CN" altLang="en-US" sz="1400" b="0" spc="60">
                          <a:latin typeface="华文楷体" panose="02010600040101010101" charset="-122"/>
                          <a:ea typeface="华文楷体" panose="02010600040101010101" charset="-122"/>
                        </a:rPr>
                        <a:t>初始条件</a:t>
                      </a:r>
                      <a:endParaRPr lang="zh-CN" altLang="en-US" sz="1400" b="0" spc="60">
                        <a:latin typeface="华文楷体" panose="02010600040101010101" charset="-122"/>
                        <a:ea typeface="华文楷体" panose="02010600040101010101" charset="-122"/>
                      </a:endParaRPr>
                    </a:p>
                    <a:p>
                      <a:pPr indent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1400" b="0" spc="60">
                          <a:latin typeface="华文楷体" panose="02010600040101010101" charset="-122"/>
                          <a:ea typeface="华文楷体" panose="02010600040101010101" charset="-122"/>
                        </a:rPr>
                        <a:t>6-3 </a:t>
                      </a:r>
                      <a:r>
                        <a:rPr lang="zh-CN" altLang="en-US" sz="1400" b="0" spc="60">
                          <a:latin typeface="华文楷体" panose="02010600040101010101" charset="-122"/>
                          <a:ea typeface="华文楷体" panose="02010600040101010101" charset="-122"/>
                        </a:rPr>
                        <a:t>一阶电路零输入响应、零状态响应和全响应的概念</a:t>
                      </a:r>
                      <a:endParaRPr lang="zh-CN" altLang="en-US" sz="1400" b="0" spc="60">
                        <a:latin typeface="华文楷体" panose="02010600040101010101" charset="-122"/>
                        <a:ea typeface="华文楷体" panose="02010600040101010101" charset="-122"/>
                      </a:endParaRPr>
                    </a:p>
                    <a:p>
                      <a:pPr indent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1400" b="0" spc="60">
                          <a:latin typeface="华文楷体" panose="02010600040101010101" charset="-122"/>
                          <a:ea typeface="华文楷体" panose="02010600040101010101" charset="-122"/>
                        </a:rPr>
                        <a:t>6-4 </a:t>
                      </a:r>
                      <a:r>
                        <a:rPr lang="zh-CN" altLang="en-US" sz="1400" b="0" spc="60">
                          <a:latin typeface="华文楷体" panose="02010600040101010101" charset="-122"/>
                          <a:ea typeface="华文楷体" panose="02010600040101010101" charset="-122"/>
                        </a:rPr>
                        <a:t>二阶电路的零输入响应 、二阶电路零状态、全响应的概念</a:t>
                      </a:r>
                      <a:endParaRPr lang="zh-CN" altLang="en-US" sz="1400" b="0" spc="60">
                        <a:latin typeface="华文楷体" panose="02010600040101010101" charset="-122"/>
                        <a:ea typeface="华文楷体" panose="02010600040101010101" charset="-122"/>
                      </a:endParaRPr>
                    </a:p>
                  </a:txBody>
                  <a:tcPr marL="25400" marR="25400" marT="6350" marB="6350" anchor="ctr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indent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1400" b="0" spc="60">
                          <a:latin typeface="华文楷体" panose="02010600040101010101" charset="-122"/>
                          <a:ea typeface="华文楷体" panose="02010600040101010101" charset="-122"/>
                        </a:rPr>
                        <a:t>4</a:t>
                      </a:r>
                      <a:endParaRPr lang="en-US" altLang="zh-CN" sz="1400" b="0" spc="60">
                        <a:latin typeface="华文楷体" panose="02010600040101010101" charset="-122"/>
                        <a:ea typeface="华文楷体" panose="02010600040101010101" charset="-122"/>
                      </a:endParaRPr>
                    </a:p>
                  </a:txBody>
                  <a:tcPr marL="25400" marR="25400" marT="6350" marB="6350" anchor="ctr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indent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altLang="zh-CN" sz="1400" b="0" spc="60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25400" marR="25400" marT="6350" marB="6350" anchor="ctr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indent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altLang="zh-CN" sz="1400" b="0" spc="60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25400" marR="25400" marT="6350" marB="6350" anchor="ctr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indent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1400" b="0" spc="60">
                          <a:latin typeface="华文楷体" panose="02010600040101010101" charset="-122"/>
                          <a:ea typeface="华文楷体" panose="02010600040101010101" charset="-122"/>
                        </a:rPr>
                        <a:t>4</a:t>
                      </a:r>
                      <a:r>
                        <a:rPr lang="zh-CN" altLang="en-US" sz="1400" b="0" spc="60">
                          <a:latin typeface="华文楷体" panose="02010600040101010101" charset="-122"/>
                          <a:ea typeface="华文楷体" panose="02010600040101010101" charset="-122"/>
                        </a:rPr>
                        <a:t>、利用</a:t>
                      </a:r>
                      <a:r>
                        <a:rPr lang="en-US" altLang="zh-CN" sz="1400" b="0" spc="60">
                          <a:latin typeface="华文楷体" panose="02010600040101010101" charset="-122"/>
                          <a:ea typeface="华文楷体" panose="02010600040101010101" charset="-122"/>
                        </a:rPr>
                        <a:t>multisim</a:t>
                      </a:r>
                      <a:r>
                        <a:rPr lang="zh-CN" altLang="en-US" sz="1400" b="0" spc="60">
                          <a:latin typeface="华文楷体" panose="02010600040101010101" charset="-122"/>
                          <a:ea typeface="华文楷体" panose="02010600040101010101" charset="-122"/>
                        </a:rPr>
                        <a:t>仿真软件验证</a:t>
                      </a:r>
                      <a:r>
                        <a:rPr lang="en-US" altLang="zh-CN" sz="1400" b="0" spc="60">
                          <a:latin typeface="华文楷体" panose="02010600040101010101" charset="-122"/>
                          <a:ea typeface="华文楷体" panose="02010600040101010101" charset="-122"/>
                        </a:rPr>
                        <a:t>RC</a:t>
                      </a:r>
                      <a:r>
                        <a:rPr lang="zh-CN" altLang="en-US" sz="1400" b="0" spc="60">
                          <a:latin typeface="华文楷体" panose="02010600040101010101" charset="-122"/>
                          <a:ea typeface="华文楷体" panose="02010600040101010101" charset="-122"/>
                        </a:rPr>
                        <a:t>电路的充放电过程</a:t>
                      </a:r>
                      <a:endParaRPr lang="zh-CN" altLang="en-US" sz="1400" b="0" spc="60">
                        <a:latin typeface="华文楷体" panose="02010600040101010101" charset="-122"/>
                        <a:ea typeface="华文楷体" panose="02010600040101010101" charset="-122"/>
                      </a:endParaRPr>
                    </a:p>
                  </a:txBody>
                  <a:tcPr marL="25400" marR="25400" marT="6350" marB="6350" anchor="ctr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indent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altLang="zh-CN" sz="1400" b="0" spc="60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25400" marR="25400" marT="6350" marB="6350" anchor="ctr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indent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altLang="zh-CN" sz="1400" b="0" spc="60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25400" marR="25400" marT="6350" marB="6350" anchor="ctr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indent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1400" b="0" spc="60">
                          <a:latin typeface="华文楷体" panose="02010600040101010101" charset="-122"/>
                          <a:ea typeface="华文楷体" panose="02010600040101010101" charset="-122"/>
                        </a:rPr>
                        <a:t>3.24-3.28</a:t>
                      </a:r>
                      <a:endParaRPr lang="en-US" altLang="zh-CN" sz="1400" b="0" spc="60">
                        <a:latin typeface="华文楷体" panose="02010600040101010101" charset="-122"/>
                        <a:ea typeface="华文楷体" panose="02010600040101010101" charset="-122"/>
                      </a:endParaRPr>
                    </a:p>
                    <a:p>
                      <a:pPr indent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400" b="0" spc="60">
                          <a:latin typeface="华文楷体" panose="02010600040101010101" charset="-122"/>
                          <a:ea typeface="华文楷体" panose="02010600040101010101" charset="-122"/>
                        </a:rPr>
                        <a:t>作业：</a:t>
                      </a:r>
                      <a:endParaRPr lang="zh-CN" sz="1400" b="0" spc="60">
                        <a:latin typeface="华文楷体" panose="02010600040101010101" charset="-122"/>
                        <a:ea typeface="华文楷体" panose="02010600040101010101" charset="-122"/>
                      </a:endParaRPr>
                    </a:p>
                    <a:p>
                      <a:pPr indent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400" b="0" spc="60">
                          <a:latin typeface="华文楷体" panose="02010600040101010101" charset="-122"/>
                          <a:ea typeface="华文楷体" panose="02010600040101010101" charset="-122"/>
                        </a:rPr>
                        <a:t>课堂小测</a:t>
                      </a:r>
                      <a:r>
                        <a:rPr lang="en-US" altLang="zh-CN" sz="1400" b="0" spc="60">
                          <a:latin typeface="华文楷体" panose="02010600040101010101" charset="-122"/>
                          <a:ea typeface="华文楷体" panose="02010600040101010101" charset="-122"/>
                        </a:rPr>
                        <a:t>4</a:t>
                      </a:r>
                      <a:r>
                        <a:rPr lang="zh-CN" altLang="en-US" sz="1400" b="0" spc="60">
                          <a:latin typeface="华文楷体" panose="02010600040101010101" charset="-122"/>
                          <a:ea typeface="华文楷体" panose="02010600040101010101" charset="-122"/>
                        </a:rPr>
                        <a:t>：一阶动态方程的列写，求解，零输入、零状态、全响应的概念</a:t>
                      </a:r>
                      <a:endParaRPr lang="zh-CN" altLang="en-US" sz="1400" b="0" spc="60">
                        <a:latin typeface="华文楷体" panose="02010600040101010101" charset="-122"/>
                        <a:ea typeface="华文楷体" panose="02010600040101010101" charset="-122"/>
                      </a:endParaRPr>
                    </a:p>
                  </a:txBody>
                  <a:tcPr marL="25400" marR="25400" marT="6350" marB="6350" anchor="ctr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82905">
                <a:tc>
                  <a:txBody>
                    <a:bodyPr/>
                    <a:p>
                      <a:pPr indent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altLang="zh-CN" sz="800" b="0" spc="60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25400" marR="25400" marT="6350" marB="6350" anchor="ctr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indent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400" b="0" spc="60">
                          <a:latin typeface="华文楷体" panose="02010600040101010101" charset="-122"/>
                          <a:ea typeface="华文楷体" panose="02010600040101010101" charset="-122"/>
                        </a:rPr>
                        <a:t>期中考试</a:t>
                      </a:r>
                      <a:endParaRPr lang="zh-CN" sz="1400" b="0" spc="60">
                        <a:latin typeface="华文楷体" panose="02010600040101010101" charset="-122"/>
                        <a:ea typeface="华文楷体" panose="02010600040101010101" charset="-122"/>
                      </a:endParaRPr>
                    </a:p>
                  </a:txBody>
                  <a:tcPr marL="25400" marR="25400" marT="6350" marB="6350" anchor="ctr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indent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altLang="zh-CN" sz="1400" b="0" spc="60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25400" marR="25400" marT="6350" marB="6350" anchor="ctr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indent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altLang="zh-CN" sz="1400" b="0" spc="60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25400" marR="25400" marT="6350" marB="6350" anchor="ctr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indent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altLang="zh-CN" sz="1400" b="0" spc="60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25400" marR="25400" marT="6350" marB="6350" anchor="ctr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indent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altLang="zh-CN" sz="1400" b="0" spc="60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25400" marR="25400" marT="6350" marB="6350" anchor="ctr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indent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altLang="zh-CN" sz="1400" b="0" spc="60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25400" marR="25400" marT="6350" marB="6350" anchor="ctr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indent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altLang="zh-CN" sz="1400" b="0" spc="60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25400" marR="25400" marT="6350" marB="6350" anchor="ctr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indent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1400" b="0" spc="60">
                          <a:latin typeface="华文楷体" panose="02010600040101010101" charset="-122"/>
                          <a:ea typeface="华文楷体" panose="02010600040101010101" charset="-122"/>
                        </a:rPr>
                        <a:t>3.30</a:t>
                      </a:r>
                      <a:r>
                        <a:rPr lang="zh-CN" altLang="en-US" sz="1400" b="0" spc="60">
                          <a:latin typeface="华文楷体" panose="02010600040101010101" charset="-122"/>
                          <a:ea typeface="华文楷体" panose="02010600040101010101" charset="-122"/>
                        </a:rPr>
                        <a:t>期中考试</a:t>
                      </a:r>
                      <a:endParaRPr lang="zh-CN" altLang="en-US" sz="1400" b="0" spc="60">
                        <a:latin typeface="华文楷体" panose="02010600040101010101" charset="-122"/>
                        <a:ea typeface="华文楷体" panose="02010600040101010101" charset="-122"/>
                      </a:endParaRPr>
                    </a:p>
                  </a:txBody>
                  <a:tcPr marL="25400" marR="25400" marT="6350" marB="6350" anchor="ctr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表格 2"/>
          <p:cNvGraphicFramePr/>
          <p:nvPr/>
        </p:nvGraphicFramePr>
        <p:xfrm>
          <a:off x="215900" y="542290"/>
          <a:ext cx="11760200" cy="5773420"/>
        </p:xfrm>
        <a:graphic>
          <a:graphicData uri="http://schemas.openxmlformats.org/drawingml/2006/table">
            <a:tbl>
              <a:tblPr/>
              <a:tblGrid>
                <a:gridCol w="607060"/>
                <a:gridCol w="6451600"/>
                <a:gridCol w="607060"/>
                <a:gridCol w="431800"/>
                <a:gridCol w="431800"/>
                <a:gridCol w="704215"/>
                <a:gridCol w="431800"/>
                <a:gridCol w="431800"/>
                <a:gridCol w="1663065"/>
              </a:tblGrid>
              <a:tr h="1003300">
                <a:tc>
                  <a:txBody>
                    <a:bodyPr/>
                    <a:p>
                      <a:pPr indent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1200" b="1" spc="120">
                          <a:latin typeface="华文楷体" panose="02010600040101010101" charset="-122"/>
                          <a:ea typeface="华文楷体" panose="02010600040101010101" charset="-122"/>
                        </a:rPr>
                        <a:t>7</a:t>
                      </a:r>
                      <a:endParaRPr lang="en-US" altLang="zh-CN" sz="1200" b="1" spc="120">
                        <a:latin typeface="华文楷体" panose="02010600040101010101" charset="-122"/>
                        <a:ea typeface="华文楷体" panose="02010600040101010101" charset="-122"/>
                      </a:endParaRPr>
                    </a:p>
                  </a:txBody>
                  <a:tcPr marL="107950" marR="107950" marT="63500" marB="63500" anchor="ctr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indent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200" b="1" spc="120">
                          <a:latin typeface="华文楷体" panose="02010600040101010101" charset="-122"/>
                          <a:ea typeface="华文楷体" panose="02010600040101010101" charset="-122"/>
                        </a:rPr>
                        <a:t>第七章</a:t>
                      </a:r>
                      <a:r>
                        <a:rPr lang="zh-CN" altLang="en-US" sz="1200" b="1" spc="120">
                          <a:latin typeface="华文楷体" panose="02010600040101010101" charset="-122"/>
                          <a:ea typeface="华文楷体" panose="02010600040101010101" charset="-122"/>
                        </a:rPr>
                        <a:t> </a:t>
                      </a:r>
                      <a:r>
                        <a:rPr lang="zh-CN" sz="1200" b="1" spc="120">
                          <a:latin typeface="华文楷体" panose="02010600040101010101" charset="-122"/>
                          <a:ea typeface="华文楷体" panose="02010600040101010101" charset="-122"/>
                        </a:rPr>
                        <a:t>半导体</a:t>
                      </a:r>
                      <a:r>
                        <a:rPr lang="en-US" altLang="zh-CN" sz="1200" b="1" spc="120">
                          <a:latin typeface="华文楷体" panose="02010600040101010101" charset="-122"/>
                          <a:ea typeface="华文楷体" panose="02010600040101010101" charset="-122"/>
                        </a:rPr>
                        <a:t>7-1  </a:t>
                      </a:r>
                      <a:r>
                        <a:rPr lang="zh-CN" sz="1200" b="1" spc="120">
                          <a:latin typeface="华文楷体" panose="02010600040101010101" charset="-122"/>
                          <a:ea typeface="华文楷体" panose="02010600040101010101" charset="-122"/>
                        </a:rPr>
                        <a:t>半导体的基本知识：导体、半导体与绝缘体；共价键结构</a:t>
                      </a:r>
                      <a:r>
                        <a:rPr lang="en-US" altLang="zh-CN" sz="1200" b="1" spc="120">
                          <a:latin typeface="华文楷体" panose="02010600040101010101" charset="-122"/>
                          <a:ea typeface="华文楷体" panose="02010600040101010101" charset="-122"/>
                        </a:rPr>
                        <a:t>;</a:t>
                      </a:r>
                      <a:r>
                        <a:rPr lang="zh-CN" altLang="en-US" sz="1200" b="1" spc="120">
                          <a:latin typeface="华文楷体" panose="02010600040101010101" charset="-122"/>
                          <a:ea typeface="华文楷体" panose="02010600040101010101" charset="-122"/>
                        </a:rPr>
                        <a:t>本征半导体</a:t>
                      </a:r>
                      <a:r>
                        <a:rPr lang="en-US" altLang="zh-CN" sz="1200" b="1" spc="120">
                          <a:latin typeface="华文楷体" panose="02010600040101010101" charset="-122"/>
                          <a:ea typeface="华文楷体" panose="02010600040101010101" charset="-122"/>
                        </a:rPr>
                        <a:t>;</a:t>
                      </a:r>
                      <a:r>
                        <a:rPr lang="zh-CN" altLang="en-US" sz="1200" b="1" spc="120">
                          <a:latin typeface="华文楷体" panose="02010600040101010101" charset="-122"/>
                          <a:ea typeface="华文楷体" panose="02010600040101010101" charset="-122"/>
                        </a:rPr>
                        <a:t>杂质半导体；</a:t>
                      </a:r>
                      <a:r>
                        <a:rPr lang="zh-CN" sz="1200" b="1" spc="120">
                          <a:latin typeface="华文楷体" panose="02010600040101010101" charset="-122"/>
                          <a:ea typeface="华文楷体" panose="02010600040101010101" charset="-122"/>
                        </a:rPr>
                        <a:t>载流子</a:t>
                      </a:r>
                      <a:r>
                        <a:rPr lang="en-US" altLang="zh-CN" sz="1200" b="1" spc="120">
                          <a:latin typeface="华文楷体" panose="02010600040101010101" charset="-122"/>
                          <a:ea typeface="华文楷体" panose="02010600040101010101" charset="-122"/>
                        </a:rPr>
                        <a:t>7-2  PN</a:t>
                      </a:r>
                      <a:r>
                        <a:rPr lang="zh-CN" altLang="en-US" sz="1200" b="1" spc="120">
                          <a:latin typeface="华文楷体" panose="02010600040101010101" charset="-122"/>
                          <a:ea typeface="华文楷体" panose="02010600040101010101" charset="-122"/>
                        </a:rPr>
                        <a:t>结</a:t>
                      </a:r>
                      <a:r>
                        <a:rPr lang="zh-CN" sz="1200" b="1" spc="120">
                          <a:latin typeface="华文楷体" panose="02010600040101010101" charset="-122"/>
                          <a:ea typeface="华文楷体" panose="02010600040101010101" charset="-122"/>
                        </a:rPr>
                        <a:t>的形成及特性：载流子的漂移和扩散运动</a:t>
                      </a:r>
                      <a:r>
                        <a:rPr lang="en-US" altLang="zh-CN" sz="1200" b="1" spc="120">
                          <a:latin typeface="华文楷体" panose="02010600040101010101" charset="-122"/>
                          <a:ea typeface="华文楷体" panose="02010600040101010101" charset="-122"/>
                        </a:rPr>
                        <a:t>;PN</a:t>
                      </a:r>
                      <a:r>
                        <a:rPr lang="zh-CN" altLang="en-US" sz="1200" b="1" spc="120">
                          <a:latin typeface="华文楷体" panose="02010600040101010101" charset="-122"/>
                          <a:ea typeface="华文楷体" panose="02010600040101010101" charset="-122"/>
                        </a:rPr>
                        <a:t>结的形成</a:t>
                      </a:r>
                      <a:r>
                        <a:rPr lang="zh-CN" sz="1200" b="1" spc="120">
                          <a:latin typeface="华文楷体" panose="02010600040101010101" charset="-122"/>
                          <a:ea typeface="华文楷体" panose="02010600040101010101" charset="-122"/>
                        </a:rPr>
                        <a:t>；</a:t>
                      </a:r>
                      <a:r>
                        <a:rPr lang="en-US" altLang="zh-CN" sz="1200" b="1" spc="120">
                          <a:latin typeface="华文楷体" panose="02010600040101010101" charset="-122"/>
                          <a:ea typeface="华文楷体" panose="02010600040101010101" charset="-122"/>
                        </a:rPr>
                        <a:t>PN</a:t>
                      </a:r>
                      <a:r>
                        <a:rPr lang="zh-CN" altLang="en-US" sz="1200" b="1" spc="120">
                          <a:latin typeface="华文楷体" panose="02010600040101010101" charset="-122"/>
                          <a:ea typeface="华文楷体" panose="02010600040101010101" charset="-122"/>
                        </a:rPr>
                        <a:t>结的单向导电性；</a:t>
                      </a:r>
                      <a:r>
                        <a:rPr lang="zh-CN" sz="1200" b="1" spc="120">
                          <a:latin typeface="华文楷体" panose="02010600040101010101" charset="-122"/>
                          <a:ea typeface="华文楷体" panose="02010600040101010101" charset="-122"/>
                        </a:rPr>
                        <a:t>内建电场和耗尽区；电流的流动方向、电压与电流的关系</a:t>
                      </a:r>
                      <a:r>
                        <a:rPr lang="en-US" altLang="zh-CN" sz="1200" b="1" spc="120">
                          <a:latin typeface="华文楷体" panose="02010600040101010101" charset="-122"/>
                          <a:ea typeface="华文楷体" panose="02010600040101010101" charset="-122"/>
                        </a:rPr>
                        <a:t>;PN</a:t>
                      </a:r>
                      <a:r>
                        <a:rPr lang="zh-CN" altLang="en-US" sz="1200" b="1" spc="120">
                          <a:latin typeface="华文楷体" panose="02010600040101010101" charset="-122"/>
                          <a:ea typeface="华文楷体" panose="02010600040101010101" charset="-122"/>
                        </a:rPr>
                        <a:t>结的反向击穿电压</a:t>
                      </a:r>
                      <a:r>
                        <a:rPr lang="en-US" altLang="zh-CN" sz="1200" b="1" spc="120">
                          <a:latin typeface="华文楷体" panose="02010600040101010101" charset="-122"/>
                          <a:ea typeface="华文楷体" panose="02010600040101010101" charset="-122"/>
                        </a:rPr>
                        <a:t>;PN</a:t>
                      </a:r>
                      <a:r>
                        <a:rPr lang="zh-CN" altLang="en-US" sz="1200" b="1" spc="120">
                          <a:latin typeface="华文楷体" panose="02010600040101010101" charset="-122"/>
                          <a:ea typeface="华文楷体" panose="02010600040101010101" charset="-122"/>
                        </a:rPr>
                        <a:t>结的电容效应</a:t>
                      </a:r>
                      <a:endParaRPr lang="zh-CN" altLang="en-US" sz="1200" b="1" spc="120">
                        <a:latin typeface="华文楷体" panose="02010600040101010101" charset="-122"/>
                        <a:ea typeface="华文楷体" panose="02010600040101010101" charset="-122"/>
                      </a:endParaRPr>
                    </a:p>
                  </a:txBody>
                  <a:tcPr marL="107950" marR="107950" marT="63500" marB="63500" anchor="ctr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indent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1200" b="1" spc="120">
                          <a:latin typeface="华文楷体" panose="02010600040101010101" charset="-122"/>
                          <a:ea typeface="华文楷体" panose="02010600040101010101" charset="-122"/>
                        </a:rPr>
                        <a:t>4</a:t>
                      </a:r>
                      <a:endParaRPr lang="en-US" altLang="zh-CN" sz="1200" b="1" spc="120">
                        <a:latin typeface="华文楷体" panose="02010600040101010101" charset="-122"/>
                        <a:ea typeface="华文楷体" panose="02010600040101010101" charset="-122"/>
                      </a:endParaRPr>
                    </a:p>
                  </a:txBody>
                  <a:tcPr marL="107950" marR="107950" marT="63500" marB="63500" anchor="ctr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indent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altLang="zh-CN" sz="1200" b="1" spc="120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07950" marR="107950" marT="63500" marB="63500" anchor="ctr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indent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altLang="zh-CN" sz="1200" b="1" spc="120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07950" marR="107950" marT="63500" marB="63500" anchor="ctr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indent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altLang="zh-CN" sz="1200" b="1" spc="120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07950" marR="107950" marT="63500" marB="63500" anchor="ctr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indent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altLang="zh-CN" sz="1200" b="1" spc="120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07950" marR="107950" marT="63500" marB="63500" anchor="ctr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indent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altLang="zh-CN" sz="1200" b="1" spc="120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07950" marR="107950" marT="63500" marB="63500" anchor="ctr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indent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1200" b="1" spc="120">
                          <a:latin typeface="华文楷体" panose="02010600040101010101" charset="-122"/>
                          <a:ea typeface="华文楷体" panose="02010600040101010101" charset="-122"/>
                        </a:rPr>
                        <a:t>3.31-4.4</a:t>
                      </a:r>
                      <a:r>
                        <a:rPr lang="zh-CN" sz="1200" b="1" spc="120">
                          <a:latin typeface="华文楷体" panose="02010600040101010101" charset="-122"/>
                          <a:ea typeface="华文楷体" panose="02010600040101010101" charset="-122"/>
                        </a:rPr>
                        <a:t>作业：</a:t>
                      </a:r>
                      <a:endParaRPr lang="zh-CN" sz="1200" b="1" spc="120">
                        <a:latin typeface="华文楷体" panose="02010600040101010101" charset="-122"/>
                        <a:ea typeface="华文楷体" panose="02010600040101010101" charset="-122"/>
                      </a:endParaRPr>
                    </a:p>
                  </a:txBody>
                  <a:tcPr marL="107950" marR="107950" marT="63500" marB="63500" anchor="ctr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772920">
                <a:tc>
                  <a:txBody>
                    <a:bodyPr/>
                    <a:p>
                      <a:pPr indent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1000" b="0" spc="60">
                          <a:latin typeface="华文楷体" panose="02010600040101010101" charset="-122"/>
                          <a:ea typeface="华文楷体" panose="02010600040101010101" charset="-122"/>
                        </a:rPr>
                        <a:t>8</a:t>
                      </a:r>
                      <a:endParaRPr lang="en-US" altLang="zh-CN" sz="1000" b="0" spc="60">
                        <a:latin typeface="华文楷体" panose="02010600040101010101" charset="-122"/>
                        <a:ea typeface="华文楷体" panose="02010600040101010101" charset="-122"/>
                      </a:endParaRPr>
                    </a:p>
                  </a:txBody>
                  <a:tcPr marL="107950" marR="107950" marT="63500" marB="63500" anchor="ctr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indent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000" b="0" spc="60">
                          <a:latin typeface="华文楷体" panose="02010600040101010101" charset="-122"/>
                          <a:ea typeface="华文楷体" panose="02010600040101010101" charset="-122"/>
                        </a:rPr>
                        <a:t>第七章</a:t>
                      </a:r>
                      <a:r>
                        <a:rPr lang="zh-CN" altLang="en-US" sz="1000" b="0" spc="60">
                          <a:latin typeface="华文楷体" panose="02010600040101010101" charset="-122"/>
                          <a:ea typeface="华文楷体" panose="02010600040101010101" charset="-122"/>
                        </a:rPr>
                        <a:t> </a:t>
                      </a:r>
                      <a:r>
                        <a:rPr lang="zh-CN" sz="1000" b="0" spc="60">
                          <a:latin typeface="华文楷体" panose="02010600040101010101" charset="-122"/>
                          <a:ea typeface="华文楷体" panose="02010600040101010101" charset="-122"/>
                        </a:rPr>
                        <a:t>半导体</a:t>
                      </a:r>
                      <a:endParaRPr lang="zh-CN" sz="1000" b="0" spc="60">
                        <a:latin typeface="华文楷体" panose="02010600040101010101" charset="-122"/>
                        <a:ea typeface="华文楷体" panose="02010600040101010101" charset="-122"/>
                      </a:endParaRPr>
                    </a:p>
                    <a:p>
                      <a:pPr indent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1000" b="0" spc="60">
                          <a:latin typeface="华文楷体" panose="02010600040101010101" charset="-122"/>
                          <a:ea typeface="华文楷体" panose="02010600040101010101" charset="-122"/>
                        </a:rPr>
                        <a:t>7-3  </a:t>
                      </a:r>
                      <a:r>
                        <a:rPr lang="zh-CN" sz="1000" b="0" spc="60">
                          <a:latin typeface="华文楷体" panose="02010600040101010101" charset="-122"/>
                          <a:ea typeface="华文楷体" panose="02010600040101010101" charset="-122"/>
                        </a:rPr>
                        <a:t>半导体二极管：正向偏置和反向偏置，二极管的参数：正向电压、反向击穿电压、反向恢复时间</a:t>
                      </a:r>
                      <a:endParaRPr lang="zh-CN" sz="1000" b="0" spc="60">
                        <a:latin typeface="华文楷体" panose="02010600040101010101" charset="-122"/>
                        <a:ea typeface="华文楷体" panose="02010600040101010101" charset="-122"/>
                      </a:endParaRPr>
                    </a:p>
                    <a:p>
                      <a:pPr indent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1000" b="0" spc="60">
                          <a:latin typeface="华文楷体" panose="02010600040101010101" charset="-122"/>
                          <a:ea typeface="华文楷体" panose="02010600040101010101" charset="-122"/>
                        </a:rPr>
                        <a:t>7-4  </a:t>
                      </a:r>
                      <a:r>
                        <a:rPr lang="zh-CN" sz="1000" b="0" spc="60">
                          <a:latin typeface="华文楷体" panose="02010600040101010101" charset="-122"/>
                          <a:ea typeface="华文楷体" panose="02010600040101010101" charset="-122"/>
                        </a:rPr>
                        <a:t>二极管基本电路及其分析方法</a:t>
                      </a:r>
                      <a:endParaRPr lang="zh-CN" sz="1000" b="0" spc="60">
                        <a:latin typeface="华文楷体" panose="02010600040101010101" charset="-122"/>
                        <a:ea typeface="华文楷体" panose="02010600040101010101" charset="-122"/>
                      </a:endParaRPr>
                    </a:p>
                    <a:p>
                      <a:pPr indent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1000" b="0" spc="60">
                          <a:latin typeface="华文楷体" panose="02010600040101010101" charset="-122"/>
                          <a:ea typeface="华文楷体" panose="02010600040101010101" charset="-122"/>
                        </a:rPr>
                        <a:t>7-5  </a:t>
                      </a:r>
                      <a:r>
                        <a:rPr lang="zh-CN" sz="1000" b="0" spc="60">
                          <a:latin typeface="华文楷体" panose="02010600040101010101" charset="-122"/>
                          <a:ea typeface="华文楷体" panose="02010600040101010101" charset="-122"/>
                        </a:rPr>
                        <a:t>特殊二极管</a:t>
                      </a:r>
                      <a:endParaRPr lang="zh-CN" sz="1000" b="0" spc="60">
                        <a:latin typeface="华文楷体" panose="02010600040101010101" charset="-122"/>
                        <a:ea typeface="华文楷体" panose="02010600040101010101" charset="-122"/>
                      </a:endParaRPr>
                    </a:p>
                  </a:txBody>
                  <a:tcPr marL="107950" marR="107950" marT="63500" marB="63500" anchor="ctr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indent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1000" b="0" spc="60">
                          <a:latin typeface="华文楷体" panose="02010600040101010101" charset="-122"/>
                          <a:ea typeface="华文楷体" panose="02010600040101010101" charset="-122"/>
                        </a:rPr>
                        <a:t>4</a:t>
                      </a:r>
                      <a:endParaRPr lang="en-US" altLang="zh-CN" sz="1000" b="0" spc="60">
                        <a:latin typeface="华文楷体" panose="02010600040101010101" charset="-122"/>
                        <a:ea typeface="华文楷体" panose="02010600040101010101" charset="-122"/>
                      </a:endParaRPr>
                    </a:p>
                  </a:txBody>
                  <a:tcPr marL="107950" marR="107950" marT="63500" marB="63500" anchor="ctr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indent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altLang="zh-CN" sz="1000" b="0" spc="60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07950" marR="107950" marT="63500" marB="63500" anchor="ctr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indent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altLang="zh-CN" sz="1000" b="0" spc="60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07950" marR="107950" marT="63500" marB="63500" anchor="ctr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indent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1000" b="0" spc="60">
                          <a:latin typeface="华文楷体" panose="02010600040101010101" charset="-122"/>
                          <a:ea typeface="华文楷体" panose="02010600040101010101" charset="-122"/>
                        </a:rPr>
                        <a:t>5、利用multisim仿真软件仿真二极管伏安特性的完整曲线。</a:t>
                      </a:r>
                      <a:endParaRPr lang="en-US" altLang="zh-CN" sz="1000" b="0" spc="60">
                        <a:latin typeface="华文楷体" panose="02010600040101010101" charset="-122"/>
                        <a:ea typeface="华文楷体" panose="02010600040101010101" charset="-122"/>
                      </a:endParaRPr>
                    </a:p>
                  </a:txBody>
                  <a:tcPr marL="107950" marR="107950" marT="63500" marB="63500" anchor="ctr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indent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altLang="zh-CN" sz="1000" b="0" spc="60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07950" marR="107950" marT="63500" marB="63500" anchor="ctr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indent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altLang="zh-CN" sz="1000" b="0" spc="60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07950" marR="107950" marT="63500" marB="63500" anchor="ctr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indent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1000" b="0" spc="60">
                          <a:latin typeface="华文楷体" panose="02010600040101010101" charset="-122"/>
                          <a:ea typeface="华文楷体" panose="02010600040101010101" charset="-122"/>
                        </a:rPr>
                        <a:t>4.7-4.11 </a:t>
                      </a:r>
                      <a:endParaRPr lang="en-US" altLang="zh-CN" sz="1000" b="0" spc="60">
                        <a:latin typeface="华文楷体" panose="02010600040101010101" charset="-122"/>
                        <a:ea typeface="华文楷体" panose="02010600040101010101" charset="-122"/>
                      </a:endParaRPr>
                    </a:p>
                    <a:p>
                      <a:pPr indent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000" b="0" spc="60">
                          <a:latin typeface="华文楷体" panose="02010600040101010101" charset="-122"/>
                          <a:ea typeface="华文楷体" panose="02010600040101010101" charset="-122"/>
                        </a:rPr>
                        <a:t>作业：</a:t>
                      </a:r>
                      <a:r>
                        <a:rPr lang="zh-CN" altLang="en-US" sz="1000" b="0" spc="60">
                          <a:latin typeface="华文楷体" panose="02010600040101010101" charset="-122"/>
                          <a:ea typeface="华文楷体" panose="02010600040101010101" charset="-122"/>
                        </a:rPr>
                        <a:t> </a:t>
                      </a:r>
                      <a:endParaRPr lang="zh-CN" altLang="en-US" sz="1000" b="0" spc="60">
                        <a:latin typeface="华文楷体" panose="02010600040101010101" charset="-122"/>
                        <a:ea typeface="华文楷体" panose="02010600040101010101" charset="-122"/>
                      </a:endParaRPr>
                    </a:p>
                    <a:p>
                      <a:pPr indent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000" b="0" spc="60">
                          <a:latin typeface="华文楷体" panose="02010600040101010101" charset="-122"/>
                          <a:ea typeface="华文楷体" panose="02010600040101010101" charset="-122"/>
                        </a:rPr>
                        <a:t>课堂小测</a:t>
                      </a:r>
                      <a:r>
                        <a:rPr lang="en-US" altLang="zh-CN" sz="1000" b="0" spc="60">
                          <a:latin typeface="华文楷体" panose="02010600040101010101" charset="-122"/>
                          <a:ea typeface="华文楷体" panose="02010600040101010101" charset="-122"/>
                        </a:rPr>
                        <a:t>5</a:t>
                      </a:r>
                      <a:r>
                        <a:rPr lang="zh-CN" altLang="en-US" sz="1000" b="0" spc="60">
                          <a:latin typeface="华文楷体" panose="02010600040101010101" charset="-122"/>
                          <a:ea typeface="华文楷体" panose="02010600040101010101" charset="-122"/>
                        </a:rPr>
                        <a:t>：含有二极管的直流电路分析</a:t>
                      </a:r>
                      <a:endParaRPr lang="zh-CN" altLang="en-US" sz="1000" b="0" spc="60">
                        <a:latin typeface="华文楷体" panose="02010600040101010101" charset="-122"/>
                        <a:ea typeface="华文楷体" panose="02010600040101010101" charset="-122"/>
                      </a:endParaRPr>
                    </a:p>
                  </a:txBody>
                  <a:tcPr marL="107950" marR="107950" marT="63500" marB="63500" anchor="ctr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772920">
                <a:tc>
                  <a:txBody>
                    <a:bodyPr/>
                    <a:p>
                      <a:pPr indent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1000" b="0" spc="60">
                          <a:latin typeface="华文楷体" panose="02010600040101010101" charset="-122"/>
                          <a:ea typeface="华文楷体" panose="02010600040101010101" charset="-122"/>
                        </a:rPr>
                        <a:t>9</a:t>
                      </a:r>
                      <a:endParaRPr lang="en-US" altLang="zh-CN" sz="1000" b="0" spc="60">
                        <a:latin typeface="华文楷体" panose="02010600040101010101" charset="-122"/>
                        <a:ea typeface="华文楷体" panose="02010600040101010101" charset="-122"/>
                      </a:endParaRPr>
                    </a:p>
                  </a:txBody>
                  <a:tcPr marL="107950" marR="107950" marT="63500" marB="63500" anchor="ctr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indent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000" b="0" spc="60">
                          <a:latin typeface="华文楷体" panose="02010600040101010101" charset="-122"/>
                          <a:ea typeface="华文楷体" panose="02010600040101010101" charset="-122"/>
                        </a:rPr>
                        <a:t>第八章</a:t>
                      </a:r>
                      <a:r>
                        <a:rPr lang="zh-CN" altLang="en-US" sz="1000" b="0" spc="60">
                          <a:latin typeface="华文楷体" panose="02010600040101010101" charset="-122"/>
                          <a:ea typeface="华文楷体" panose="02010600040101010101" charset="-122"/>
                        </a:rPr>
                        <a:t> </a:t>
                      </a:r>
                      <a:r>
                        <a:rPr lang="zh-CN" sz="1000" b="0" spc="60">
                          <a:latin typeface="华文楷体" panose="02010600040101010101" charset="-122"/>
                          <a:ea typeface="华文楷体" panose="02010600040101010101" charset="-122"/>
                        </a:rPr>
                        <a:t>晶体管</a:t>
                      </a:r>
                      <a:endParaRPr lang="zh-CN" sz="1000" b="0" spc="60">
                        <a:latin typeface="华文楷体" panose="02010600040101010101" charset="-122"/>
                        <a:ea typeface="华文楷体" panose="02010600040101010101" charset="-122"/>
                      </a:endParaRPr>
                    </a:p>
                    <a:p>
                      <a:pPr indent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1000" b="0" spc="60">
                          <a:latin typeface="华文楷体" panose="02010600040101010101" charset="-122"/>
                          <a:ea typeface="华文楷体" panose="02010600040101010101" charset="-122"/>
                        </a:rPr>
                        <a:t>8-1 </a:t>
                      </a:r>
                      <a:r>
                        <a:rPr lang="zh-CN" altLang="en-US" sz="1000" b="0" spc="60">
                          <a:latin typeface="华文楷体" panose="02010600040101010101" charset="-122"/>
                          <a:ea typeface="华文楷体" panose="02010600040101010101" charset="-122"/>
                        </a:rPr>
                        <a:t>晶体管的结构和类型：</a:t>
                      </a:r>
                      <a:r>
                        <a:rPr lang="en-US" altLang="zh-CN" sz="1000" b="0" spc="60">
                          <a:latin typeface="华文楷体" panose="02010600040101010101" charset="-122"/>
                          <a:ea typeface="华文楷体" panose="02010600040101010101" charset="-122"/>
                        </a:rPr>
                        <a:t>NPN</a:t>
                      </a:r>
                      <a:r>
                        <a:rPr lang="zh-CN" altLang="en-US" sz="1000" b="0" spc="60">
                          <a:latin typeface="华文楷体" panose="02010600040101010101" charset="-122"/>
                          <a:ea typeface="华文楷体" panose="02010600040101010101" charset="-122"/>
                        </a:rPr>
                        <a:t>和</a:t>
                      </a:r>
                      <a:r>
                        <a:rPr lang="en-US" altLang="zh-CN" sz="1000" b="0" spc="60">
                          <a:latin typeface="华文楷体" panose="02010600040101010101" charset="-122"/>
                          <a:ea typeface="华文楷体" panose="02010600040101010101" charset="-122"/>
                        </a:rPr>
                        <a:t>PNP</a:t>
                      </a:r>
                      <a:endParaRPr lang="en-US" altLang="zh-CN" sz="1000" b="0" spc="60">
                        <a:latin typeface="华文楷体" panose="02010600040101010101" charset="-122"/>
                        <a:ea typeface="华文楷体" panose="02010600040101010101" charset="-122"/>
                      </a:endParaRPr>
                    </a:p>
                    <a:p>
                      <a:pPr indent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1000" b="0" spc="60">
                          <a:latin typeface="华文楷体" panose="02010600040101010101" charset="-122"/>
                          <a:ea typeface="华文楷体" panose="02010600040101010101" charset="-122"/>
                        </a:rPr>
                        <a:t>8-2 </a:t>
                      </a:r>
                      <a:r>
                        <a:rPr lang="zh-CN" sz="1000" b="0" spc="60">
                          <a:latin typeface="华文楷体" panose="02010600040101010101" charset="-122"/>
                          <a:ea typeface="华文楷体" panose="02010600040101010101" charset="-122"/>
                        </a:rPr>
                        <a:t>晶体管的电流放大作用</a:t>
                      </a:r>
                      <a:endParaRPr lang="zh-CN" sz="1000" b="0" spc="60">
                        <a:latin typeface="华文楷体" panose="02010600040101010101" charset="-122"/>
                        <a:ea typeface="华文楷体" panose="02010600040101010101" charset="-122"/>
                      </a:endParaRPr>
                    </a:p>
                    <a:p>
                      <a:pPr indent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1000" b="0" spc="60">
                          <a:latin typeface="华文楷体" panose="02010600040101010101" charset="-122"/>
                          <a:ea typeface="华文楷体" panose="02010600040101010101" charset="-122"/>
                        </a:rPr>
                        <a:t>8-3 </a:t>
                      </a:r>
                      <a:r>
                        <a:rPr lang="zh-CN" altLang="en-US" sz="1000" b="0" spc="60">
                          <a:latin typeface="华文楷体" panose="02010600040101010101" charset="-122"/>
                          <a:ea typeface="华文楷体" panose="02010600040101010101" charset="-122"/>
                        </a:rPr>
                        <a:t>晶体管的共射特性曲线</a:t>
                      </a:r>
                      <a:endParaRPr lang="zh-CN" altLang="en-US" sz="1000" b="0" spc="60">
                        <a:latin typeface="华文楷体" panose="02010600040101010101" charset="-122"/>
                        <a:ea typeface="华文楷体" panose="02010600040101010101" charset="-122"/>
                      </a:endParaRPr>
                    </a:p>
                  </a:txBody>
                  <a:tcPr marL="107950" marR="107950" marT="63500" marB="63500" anchor="ctr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indent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1000" b="0" spc="60">
                          <a:latin typeface="华文楷体" panose="02010600040101010101" charset="-122"/>
                          <a:ea typeface="华文楷体" panose="02010600040101010101" charset="-122"/>
                        </a:rPr>
                        <a:t>4</a:t>
                      </a:r>
                      <a:endParaRPr lang="en-US" altLang="zh-CN" sz="1000" b="0" spc="60">
                        <a:latin typeface="华文楷体" panose="02010600040101010101" charset="-122"/>
                        <a:ea typeface="华文楷体" panose="02010600040101010101" charset="-122"/>
                      </a:endParaRPr>
                    </a:p>
                  </a:txBody>
                  <a:tcPr marL="107950" marR="107950" marT="63500" marB="63500" anchor="ctr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indent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altLang="zh-CN" sz="1000" b="0" spc="60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07950" marR="107950" marT="63500" marB="63500" anchor="ctr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indent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altLang="zh-CN" sz="1000" b="0" spc="60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07950" marR="107950" marT="63500" marB="63500" anchor="ctr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indent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1000" b="0" spc="60">
                          <a:latin typeface="华文楷体" panose="02010600040101010101" charset="-122"/>
                          <a:ea typeface="华文楷体" panose="02010600040101010101" charset="-122"/>
                        </a:rPr>
                        <a:t>6</a:t>
                      </a:r>
                      <a:r>
                        <a:rPr lang="zh-CN" altLang="en-US" sz="1000" b="0" spc="60">
                          <a:latin typeface="华文楷体" panose="02010600040101010101" charset="-122"/>
                          <a:ea typeface="华文楷体" panose="02010600040101010101" charset="-122"/>
                        </a:rPr>
                        <a:t>、利用</a:t>
                      </a:r>
                      <a:r>
                        <a:rPr lang="en-US" altLang="zh-CN" sz="1000" b="0" spc="60">
                          <a:latin typeface="华文楷体" panose="02010600040101010101" charset="-122"/>
                          <a:ea typeface="华文楷体" panose="02010600040101010101" charset="-122"/>
                        </a:rPr>
                        <a:t>multisim</a:t>
                      </a:r>
                      <a:r>
                        <a:rPr lang="zh-CN" altLang="en-US" sz="1000" b="0" spc="60">
                          <a:latin typeface="华文楷体" panose="02010600040101010101" charset="-122"/>
                          <a:ea typeface="华文楷体" panose="02010600040101010101" charset="-122"/>
                        </a:rPr>
                        <a:t>仿真软件仿真三极管伏安特性的完整曲线。</a:t>
                      </a:r>
                      <a:endParaRPr lang="zh-CN" altLang="en-US" sz="1000" b="0" spc="60">
                        <a:latin typeface="华文楷体" panose="02010600040101010101" charset="-122"/>
                        <a:ea typeface="华文楷体" panose="02010600040101010101" charset="-122"/>
                      </a:endParaRPr>
                    </a:p>
                  </a:txBody>
                  <a:tcPr marL="107950" marR="107950" marT="63500" marB="63500" anchor="ctr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indent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altLang="zh-CN" sz="1000" b="0" spc="60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07950" marR="107950" marT="63500" marB="63500" anchor="ctr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indent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altLang="zh-CN" sz="1000" b="0" spc="60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07950" marR="107950" marT="63500" marB="63500" anchor="ctr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indent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1000" b="0" spc="60">
                          <a:latin typeface="华文楷体" panose="02010600040101010101" charset="-122"/>
                          <a:ea typeface="华文楷体" panose="02010600040101010101" charset="-122"/>
                        </a:rPr>
                        <a:t>4.14-4.18</a:t>
                      </a:r>
                      <a:endParaRPr lang="en-US" altLang="zh-CN" sz="1000" b="0" spc="60">
                        <a:latin typeface="华文楷体" panose="02010600040101010101" charset="-122"/>
                        <a:ea typeface="华文楷体" panose="02010600040101010101" charset="-122"/>
                      </a:endParaRPr>
                    </a:p>
                    <a:p>
                      <a:pPr indent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000" b="0" spc="60">
                          <a:latin typeface="华文楷体" panose="02010600040101010101" charset="-122"/>
                          <a:ea typeface="华文楷体" panose="02010600040101010101" charset="-122"/>
                        </a:rPr>
                        <a:t>作业：</a:t>
                      </a:r>
                      <a:endParaRPr lang="zh-CN" altLang="en-US" sz="1000" b="0" spc="60">
                        <a:latin typeface="华文楷体" panose="02010600040101010101" charset="-122"/>
                        <a:ea typeface="华文楷体" panose="02010600040101010101" charset="-122"/>
                      </a:endParaRPr>
                    </a:p>
                  </a:txBody>
                  <a:tcPr marL="107950" marR="107950" marT="63500" marB="63500" anchor="ctr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224280">
                <a:tc>
                  <a:txBody>
                    <a:bodyPr/>
                    <a:p>
                      <a:pPr indent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1000" b="0" spc="60">
                          <a:latin typeface="华文楷体" panose="02010600040101010101" charset="-122"/>
                          <a:ea typeface="华文楷体" panose="02010600040101010101" charset="-122"/>
                        </a:rPr>
                        <a:t>10</a:t>
                      </a:r>
                      <a:endParaRPr lang="en-US" altLang="zh-CN" sz="1000" b="0" spc="60">
                        <a:latin typeface="华文楷体" panose="02010600040101010101" charset="-122"/>
                        <a:ea typeface="华文楷体" panose="02010600040101010101" charset="-122"/>
                      </a:endParaRPr>
                    </a:p>
                  </a:txBody>
                  <a:tcPr marL="107950" marR="107950" marT="63500" marB="63500" anchor="ctr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indent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000" b="0" spc="60">
                          <a:latin typeface="华文楷体" panose="02010600040101010101" charset="-122"/>
                          <a:ea typeface="华文楷体" panose="02010600040101010101" charset="-122"/>
                        </a:rPr>
                        <a:t>第八章</a:t>
                      </a:r>
                      <a:r>
                        <a:rPr lang="zh-CN" altLang="en-US" sz="1000" b="0" spc="60">
                          <a:latin typeface="华文楷体" panose="02010600040101010101" charset="-122"/>
                          <a:ea typeface="华文楷体" panose="02010600040101010101" charset="-122"/>
                        </a:rPr>
                        <a:t> </a:t>
                      </a:r>
                      <a:r>
                        <a:rPr lang="zh-CN" sz="1000" b="0" spc="60">
                          <a:latin typeface="华文楷体" panose="02010600040101010101" charset="-122"/>
                          <a:ea typeface="华文楷体" panose="02010600040101010101" charset="-122"/>
                        </a:rPr>
                        <a:t>晶体管</a:t>
                      </a:r>
                      <a:endParaRPr lang="zh-CN" sz="1000" b="0" spc="60">
                        <a:latin typeface="华文楷体" panose="02010600040101010101" charset="-122"/>
                        <a:ea typeface="华文楷体" panose="02010600040101010101" charset="-122"/>
                      </a:endParaRPr>
                    </a:p>
                    <a:p>
                      <a:pPr indent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1000" b="0" spc="60">
                          <a:latin typeface="华文楷体" panose="02010600040101010101" charset="-122"/>
                          <a:ea typeface="华文楷体" panose="02010600040101010101" charset="-122"/>
                        </a:rPr>
                        <a:t>8-4 </a:t>
                      </a:r>
                      <a:r>
                        <a:rPr lang="zh-CN" altLang="en-US" sz="1000" b="0" spc="60">
                          <a:latin typeface="华文楷体" panose="02010600040101010101" charset="-122"/>
                          <a:ea typeface="华文楷体" panose="02010600040101010101" charset="-122"/>
                        </a:rPr>
                        <a:t>晶体管的主要参数</a:t>
                      </a:r>
                      <a:endParaRPr lang="zh-CN" altLang="en-US" sz="1000" b="0" spc="60">
                        <a:latin typeface="华文楷体" panose="02010600040101010101" charset="-122"/>
                        <a:ea typeface="华文楷体" panose="02010600040101010101" charset="-122"/>
                      </a:endParaRPr>
                    </a:p>
                    <a:p>
                      <a:pPr indent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1000" b="0" spc="60">
                          <a:latin typeface="华文楷体" panose="02010600040101010101" charset="-122"/>
                          <a:ea typeface="华文楷体" panose="02010600040101010101" charset="-122"/>
                        </a:rPr>
                        <a:t>8-5 </a:t>
                      </a:r>
                      <a:r>
                        <a:rPr lang="zh-CN" altLang="en-US" sz="1000" b="0" spc="60">
                          <a:latin typeface="华文楷体" panose="02010600040101010101" charset="-122"/>
                          <a:ea typeface="华文楷体" panose="02010600040101010101" charset="-122"/>
                        </a:rPr>
                        <a:t>温度对晶体管特性及参数的影响 </a:t>
                      </a:r>
                      <a:endParaRPr lang="zh-CN" altLang="en-US" sz="1000" b="0" spc="60">
                        <a:latin typeface="华文楷体" panose="02010600040101010101" charset="-122"/>
                        <a:ea typeface="华文楷体" panose="02010600040101010101" charset="-122"/>
                      </a:endParaRPr>
                    </a:p>
                    <a:p>
                      <a:pPr indent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1000" b="0" spc="60">
                          <a:latin typeface="华文楷体" panose="02010600040101010101" charset="-122"/>
                          <a:ea typeface="华文楷体" panose="02010600040101010101" charset="-122"/>
                        </a:rPr>
                        <a:t>8-6 </a:t>
                      </a:r>
                      <a:r>
                        <a:rPr lang="zh-CN" altLang="en-US" sz="1000" b="0" spc="60">
                          <a:latin typeface="华文楷体" panose="02010600040101010101" charset="-122"/>
                          <a:ea typeface="华文楷体" panose="02010600040101010101" charset="-122"/>
                        </a:rPr>
                        <a:t>光电三极管</a:t>
                      </a:r>
                      <a:endParaRPr lang="zh-CN" altLang="en-US" sz="1000" b="0" spc="60">
                        <a:latin typeface="华文楷体" panose="02010600040101010101" charset="-122"/>
                        <a:ea typeface="华文楷体" panose="02010600040101010101" charset="-122"/>
                      </a:endParaRPr>
                    </a:p>
                    <a:p>
                      <a:pPr indent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000" b="0" spc="60">
                          <a:latin typeface="华文楷体" panose="02010600040101010101" charset="-122"/>
                          <a:ea typeface="华文楷体" panose="02010600040101010101" charset="-122"/>
                        </a:rPr>
                        <a:t>第九章</a:t>
                      </a:r>
                      <a:r>
                        <a:rPr lang="zh-CN" altLang="en-US" sz="1000" b="0" spc="60">
                          <a:latin typeface="华文楷体" panose="02010600040101010101" charset="-122"/>
                          <a:ea typeface="华文楷体" panose="02010600040101010101" charset="-122"/>
                        </a:rPr>
                        <a:t> </a:t>
                      </a:r>
                      <a:r>
                        <a:rPr lang="en-US" altLang="zh-CN" sz="1000" b="0" spc="60">
                          <a:latin typeface="华文楷体" panose="02010600040101010101" charset="-122"/>
                          <a:ea typeface="华文楷体" panose="02010600040101010101" charset="-122"/>
                        </a:rPr>
                        <a:t>MOS</a:t>
                      </a:r>
                      <a:r>
                        <a:rPr lang="zh-CN" altLang="en-US" sz="1000" b="0" spc="60">
                          <a:latin typeface="华文楷体" panose="02010600040101010101" charset="-122"/>
                          <a:ea typeface="华文楷体" panose="02010600040101010101" charset="-122"/>
                        </a:rPr>
                        <a:t>管</a:t>
                      </a:r>
                      <a:endParaRPr lang="zh-CN" altLang="en-US" sz="1000" b="0" spc="60">
                        <a:latin typeface="华文楷体" panose="02010600040101010101" charset="-122"/>
                        <a:ea typeface="华文楷体" panose="02010600040101010101" charset="-122"/>
                      </a:endParaRPr>
                    </a:p>
                    <a:p>
                      <a:pPr indent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1000" b="0" spc="60">
                          <a:latin typeface="华文楷体" panose="02010600040101010101" charset="-122"/>
                          <a:ea typeface="华文楷体" panose="02010600040101010101" charset="-122"/>
                        </a:rPr>
                        <a:t>9-1 </a:t>
                      </a:r>
                      <a:r>
                        <a:rPr lang="zh-CN" altLang="en-US" sz="1000" b="0" spc="60">
                          <a:latin typeface="华文楷体" panose="02010600040101010101" charset="-122"/>
                          <a:ea typeface="华文楷体" panose="02010600040101010101" charset="-122"/>
                        </a:rPr>
                        <a:t>结型场效应管</a:t>
                      </a:r>
                      <a:endParaRPr lang="zh-CN" altLang="en-US" sz="1000" b="0" spc="60">
                        <a:latin typeface="华文楷体" panose="02010600040101010101" charset="-122"/>
                        <a:ea typeface="华文楷体" panose="02010600040101010101" charset="-122"/>
                      </a:endParaRPr>
                    </a:p>
                  </a:txBody>
                  <a:tcPr marL="107950" marR="107950" marT="63500" marB="63500" anchor="ctr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indent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1000" b="0" spc="60">
                          <a:latin typeface="华文楷体" panose="02010600040101010101" charset="-122"/>
                          <a:ea typeface="华文楷体" panose="02010600040101010101" charset="-122"/>
                        </a:rPr>
                        <a:t>4</a:t>
                      </a:r>
                      <a:endParaRPr lang="en-US" altLang="zh-CN" sz="1000" b="0" spc="60">
                        <a:latin typeface="华文楷体" panose="02010600040101010101" charset="-122"/>
                        <a:ea typeface="华文楷体" panose="02010600040101010101" charset="-122"/>
                      </a:endParaRPr>
                    </a:p>
                  </a:txBody>
                  <a:tcPr marL="107950" marR="107950" marT="63500" marB="63500" anchor="ctr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indent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altLang="zh-CN" sz="1000" b="0" spc="60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07950" marR="107950" marT="63500" marB="63500" anchor="ctr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indent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altLang="zh-CN" sz="1000" b="0" spc="60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07950" marR="107950" marT="63500" marB="63500" anchor="ctr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indent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altLang="zh-CN" sz="1000" b="0" spc="60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07950" marR="107950" marT="63500" marB="63500" anchor="ctr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indent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altLang="zh-CN" sz="1000" b="0" spc="60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07950" marR="107950" marT="63500" marB="63500" anchor="ctr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indent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altLang="zh-CN" sz="1000" b="0" spc="60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07950" marR="107950" marT="63500" marB="63500" anchor="ctr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indent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1000" b="0" spc="60">
                          <a:latin typeface="华文楷体" panose="02010600040101010101" charset="-122"/>
                          <a:ea typeface="华文楷体" panose="02010600040101010101" charset="-122"/>
                        </a:rPr>
                        <a:t>4.21-4.25</a:t>
                      </a:r>
                      <a:endParaRPr lang="en-US" altLang="zh-CN" sz="1000" b="0" spc="60">
                        <a:latin typeface="华文楷体" panose="02010600040101010101" charset="-122"/>
                        <a:ea typeface="华文楷体" panose="02010600040101010101" charset="-122"/>
                      </a:endParaRPr>
                    </a:p>
                    <a:p>
                      <a:pPr indent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000" b="0" spc="60">
                          <a:latin typeface="华文楷体" panose="02010600040101010101" charset="-122"/>
                          <a:ea typeface="华文楷体" panose="02010600040101010101" charset="-122"/>
                        </a:rPr>
                        <a:t>作业：</a:t>
                      </a:r>
                      <a:endParaRPr lang="zh-CN" sz="1000" b="0" spc="60">
                        <a:latin typeface="华文楷体" panose="02010600040101010101" charset="-122"/>
                        <a:ea typeface="华文楷体" panose="02010600040101010101" charset="-122"/>
                      </a:endParaRPr>
                    </a:p>
                    <a:p>
                      <a:pPr indent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000" b="0" spc="60">
                          <a:latin typeface="华文楷体" panose="02010600040101010101" charset="-122"/>
                          <a:ea typeface="华文楷体" panose="02010600040101010101" charset="-122"/>
                        </a:rPr>
                        <a:t>课堂小测</a:t>
                      </a:r>
                      <a:r>
                        <a:rPr lang="en-US" altLang="zh-CN" sz="1000" b="0" spc="60">
                          <a:latin typeface="华文楷体" panose="02010600040101010101" charset="-122"/>
                          <a:ea typeface="华文楷体" panose="02010600040101010101" charset="-122"/>
                        </a:rPr>
                        <a:t>6</a:t>
                      </a:r>
                      <a:r>
                        <a:rPr lang="zh-CN" altLang="en-US" sz="1000" b="0" spc="60">
                          <a:latin typeface="华文楷体" panose="02010600040101010101" charset="-122"/>
                          <a:ea typeface="华文楷体" panose="02010600040101010101" charset="-122"/>
                        </a:rPr>
                        <a:t>：含有三极管的直流电路分析</a:t>
                      </a:r>
                      <a:endParaRPr lang="zh-CN" altLang="en-US" sz="1000" b="0" spc="60">
                        <a:latin typeface="华文楷体" panose="02010600040101010101" charset="-122"/>
                        <a:ea typeface="华文楷体" panose="02010600040101010101" charset="-122"/>
                      </a:endParaRPr>
                    </a:p>
                  </a:txBody>
                  <a:tcPr marL="107950" marR="107950" marT="63500" marB="63500" anchor="ctr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表格 2"/>
          <p:cNvGraphicFramePr/>
          <p:nvPr/>
        </p:nvGraphicFramePr>
        <p:xfrm>
          <a:off x="221615" y="1617345"/>
          <a:ext cx="11748770" cy="3623310"/>
        </p:xfrm>
        <a:graphic>
          <a:graphicData uri="http://schemas.openxmlformats.org/drawingml/2006/table">
            <a:tbl>
              <a:tblPr/>
              <a:tblGrid>
                <a:gridCol w="226060"/>
                <a:gridCol w="3560445"/>
                <a:gridCol w="276860"/>
                <a:gridCol w="208280"/>
                <a:gridCol w="208280"/>
                <a:gridCol w="4914900"/>
                <a:gridCol w="208280"/>
                <a:gridCol w="208280"/>
                <a:gridCol w="1937385"/>
              </a:tblGrid>
              <a:tr h="450850">
                <a:tc>
                  <a:txBody>
                    <a:bodyPr/>
                    <a:p>
                      <a:pPr indent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1200" b="1" spc="120">
                          <a:latin typeface="华文楷体" panose="02010600040101010101" charset="-122"/>
                          <a:ea typeface="华文楷体" panose="02010600040101010101" charset="-122"/>
                        </a:rPr>
                        <a:t>11</a:t>
                      </a:r>
                      <a:endParaRPr lang="en-US" altLang="zh-CN" sz="1200" b="1" spc="120">
                        <a:latin typeface="华文楷体" panose="02010600040101010101" charset="-122"/>
                        <a:ea typeface="华文楷体" panose="02010600040101010101" charset="-122"/>
                      </a:endParaRPr>
                    </a:p>
                  </a:txBody>
                  <a:tcPr marL="25400" marR="25400" marT="6350" marB="6350" anchor="ctr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indent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200" b="1" spc="120">
                          <a:latin typeface="华文楷体" panose="02010600040101010101" charset="-122"/>
                          <a:ea typeface="华文楷体" panose="02010600040101010101" charset="-122"/>
                        </a:rPr>
                        <a:t>第九章</a:t>
                      </a:r>
                      <a:r>
                        <a:rPr lang="zh-CN" altLang="en-US" sz="1200" b="1" spc="120">
                          <a:latin typeface="华文楷体" panose="02010600040101010101" charset="-122"/>
                          <a:ea typeface="华文楷体" panose="02010600040101010101" charset="-122"/>
                        </a:rPr>
                        <a:t> </a:t>
                      </a:r>
                      <a:r>
                        <a:rPr lang="en-US" altLang="zh-CN" sz="1200" b="1" spc="120">
                          <a:latin typeface="华文楷体" panose="02010600040101010101" charset="-122"/>
                          <a:ea typeface="华文楷体" panose="02010600040101010101" charset="-122"/>
                        </a:rPr>
                        <a:t>MOS</a:t>
                      </a:r>
                      <a:r>
                        <a:rPr lang="zh-CN" altLang="en-US" sz="1200" b="1" spc="120">
                          <a:latin typeface="华文楷体" panose="02010600040101010101" charset="-122"/>
                          <a:ea typeface="华文楷体" panose="02010600040101010101" charset="-122"/>
                        </a:rPr>
                        <a:t>管</a:t>
                      </a:r>
                      <a:r>
                        <a:rPr lang="en-US" altLang="zh-CN" sz="1200" b="1" spc="120">
                          <a:latin typeface="华文楷体" panose="02010600040101010101" charset="-122"/>
                          <a:ea typeface="华文楷体" panose="02010600040101010101" charset="-122"/>
                        </a:rPr>
                        <a:t>9-2 </a:t>
                      </a:r>
                      <a:r>
                        <a:rPr lang="zh-CN" altLang="en-US" sz="1200" b="1" spc="120">
                          <a:latin typeface="华文楷体" panose="02010600040101010101" charset="-122"/>
                          <a:ea typeface="华文楷体" panose="02010600040101010101" charset="-122"/>
                        </a:rPr>
                        <a:t>绝缘栅型场效应管</a:t>
                      </a:r>
                      <a:r>
                        <a:rPr lang="en-US" altLang="zh-CN" sz="1200" b="1" spc="120">
                          <a:latin typeface="华文楷体" panose="02010600040101010101" charset="-122"/>
                          <a:ea typeface="华文楷体" panose="02010600040101010101" charset="-122"/>
                        </a:rPr>
                        <a:t>9-3 </a:t>
                      </a:r>
                      <a:r>
                        <a:rPr lang="zh-CN" altLang="en-US" sz="1200" b="1" spc="120">
                          <a:latin typeface="华文楷体" panose="02010600040101010101" charset="-122"/>
                          <a:ea typeface="华文楷体" panose="02010600040101010101" charset="-122"/>
                        </a:rPr>
                        <a:t>场效应管的主要参数</a:t>
                      </a:r>
                      <a:r>
                        <a:rPr lang="en-US" altLang="zh-CN" sz="1200" b="1" spc="120">
                          <a:latin typeface="华文楷体" panose="02010600040101010101" charset="-122"/>
                          <a:ea typeface="华文楷体" panose="02010600040101010101" charset="-122"/>
                        </a:rPr>
                        <a:t>9-4 </a:t>
                      </a:r>
                      <a:r>
                        <a:rPr lang="zh-CN" altLang="en-US" sz="1200" b="1" spc="120">
                          <a:latin typeface="华文楷体" panose="02010600040101010101" charset="-122"/>
                          <a:ea typeface="华文楷体" panose="02010600040101010101" charset="-122"/>
                        </a:rPr>
                        <a:t>场效应管与晶体管的比较</a:t>
                      </a:r>
                      <a:endParaRPr lang="zh-CN" altLang="en-US" sz="1200" b="1" spc="120">
                        <a:latin typeface="华文楷体" panose="02010600040101010101" charset="-122"/>
                        <a:ea typeface="华文楷体" panose="02010600040101010101" charset="-122"/>
                      </a:endParaRPr>
                    </a:p>
                  </a:txBody>
                  <a:tcPr marL="25400" marR="25400" marT="6350" marB="6350" anchor="ctr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indent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1200" b="1" spc="120">
                          <a:latin typeface="华文楷体" panose="02010600040101010101" charset="-122"/>
                          <a:ea typeface="华文楷体" panose="02010600040101010101" charset="-122"/>
                        </a:rPr>
                        <a:t>4</a:t>
                      </a:r>
                      <a:endParaRPr lang="en-US" altLang="zh-CN" sz="1200" b="1" spc="120">
                        <a:latin typeface="华文楷体" panose="02010600040101010101" charset="-122"/>
                        <a:ea typeface="华文楷体" panose="02010600040101010101" charset="-122"/>
                      </a:endParaRPr>
                    </a:p>
                  </a:txBody>
                  <a:tcPr marL="25400" marR="25400" marT="6350" marB="6350" anchor="ctr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indent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altLang="zh-CN" sz="1200" b="1" spc="120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25400" marR="25400" marT="6350" marB="6350" anchor="ctr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indent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altLang="zh-CN" sz="1200" b="1" spc="120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25400" marR="25400" marT="6350" marB="6350" anchor="ctr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indent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1200" b="1" spc="120">
                          <a:latin typeface="华文楷体" panose="02010600040101010101" charset="-122"/>
                          <a:ea typeface="华文楷体" panose="02010600040101010101" charset="-122"/>
                        </a:rPr>
                        <a:t>7</a:t>
                      </a:r>
                      <a:r>
                        <a:rPr lang="zh-CN" altLang="en-US" sz="1200" b="1" spc="120">
                          <a:latin typeface="华文楷体" panose="02010600040101010101" charset="-122"/>
                          <a:ea typeface="华文楷体" panose="02010600040101010101" charset="-122"/>
                        </a:rPr>
                        <a:t>、利用</a:t>
                      </a:r>
                      <a:r>
                        <a:rPr lang="en-US" altLang="zh-CN" sz="1200" b="1" spc="120">
                          <a:latin typeface="华文楷体" panose="02010600040101010101" charset="-122"/>
                          <a:ea typeface="华文楷体" panose="02010600040101010101" charset="-122"/>
                        </a:rPr>
                        <a:t>multisim</a:t>
                      </a:r>
                      <a:r>
                        <a:rPr lang="zh-CN" altLang="en-US" sz="1200" b="1" spc="120">
                          <a:latin typeface="华文楷体" panose="02010600040101010101" charset="-122"/>
                          <a:ea typeface="华文楷体" panose="02010600040101010101" charset="-122"/>
                        </a:rPr>
                        <a:t>仿真软件仿真</a:t>
                      </a:r>
                      <a:r>
                        <a:rPr lang="en-US" altLang="zh-CN" sz="1200" b="1" spc="120">
                          <a:latin typeface="华文楷体" panose="02010600040101010101" charset="-122"/>
                          <a:ea typeface="华文楷体" panose="02010600040101010101" charset="-122"/>
                        </a:rPr>
                        <a:t>MOS/CMOS</a:t>
                      </a:r>
                      <a:r>
                        <a:rPr lang="zh-CN" altLang="en-US" sz="1200" b="1" spc="120">
                          <a:latin typeface="华文楷体" panose="02010600040101010101" charset="-122"/>
                          <a:ea typeface="华文楷体" panose="02010600040101010101" charset="-122"/>
                        </a:rPr>
                        <a:t>伏安特性的完整曲线。</a:t>
                      </a:r>
                      <a:endParaRPr lang="zh-CN" altLang="en-US" sz="1200" b="1" spc="120">
                        <a:latin typeface="华文楷体" panose="02010600040101010101" charset="-122"/>
                        <a:ea typeface="华文楷体" panose="02010600040101010101" charset="-122"/>
                      </a:endParaRPr>
                    </a:p>
                  </a:txBody>
                  <a:tcPr marL="25400" marR="25400" marT="6350" marB="6350" anchor="ctr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indent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altLang="zh-CN" sz="1200" b="1" spc="120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25400" marR="25400" marT="6350" marB="6350" anchor="ctr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indent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altLang="zh-CN" sz="1200" b="1" spc="120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25400" marR="25400" marT="6350" marB="6350" anchor="ctr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indent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1200" b="1" spc="120">
                          <a:latin typeface="华文楷体" panose="02010600040101010101" charset="-122"/>
                          <a:ea typeface="华文楷体" panose="02010600040101010101" charset="-122"/>
                        </a:rPr>
                        <a:t>4.28-5.2</a:t>
                      </a:r>
                      <a:r>
                        <a:rPr lang="zh-CN" sz="1200" b="1" spc="120">
                          <a:latin typeface="华文楷体" panose="02010600040101010101" charset="-122"/>
                          <a:ea typeface="华文楷体" panose="02010600040101010101" charset="-122"/>
                        </a:rPr>
                        <a:t>作业：</a:t>
                      </a:r>
                      <a:endParaRPr lang="zh-CN" sz="1200" b="1" spc="120">
                        <a:latin typeface="华文楷体" panose="02010600040101010101" charset="-122"/>
                        <a:ea typeface="华文楷体" panose="02010600040101010101" charset="-122"/>
                      </a:endParaRPr>
                    </a:p>
                  </a:txBody>
                  <a:tcPr marL="25400" marR="25400" marT="6350" marB="6350" anchor="ctr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744220">
                <a:tc>
                  <a:txBody>
                    <a:bodyPr/>
                    <a:p>
                      <a:pPr indent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1000" b="0" spc="60">
                          <a:latin typeface="华文楷体" panose="02010600040101010101" charset="-122"/>
                          <a:ea typeface="华文楷体" panose="02010600040101010101" charset="-122"/>
                        </a:rPr>
                        <a:t>12</a:t>
                      </a:r>
                      <a:endParaRPr lang="en-US" altLang="zh-CN" sz="1000" b="0" spc="60">
                        <a:latin typeface="华文楷体" panose="02010600040101010101" charset="-122"/>
                        <a:ea typeface="华文楷体" panose="02010600040101010101" charset="-122"/>
                      </a:endParaRPr>
                    </a:p>
                  </a:txBody>
                  <a:tcPr marL="25400" marR="25400" marT="6350" marB="6350" anchor="ctr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indent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000" b="0" spc="60">
                          <a:latin typeface="华文楷体" panose="02010600040101010101" charset="-122"/>
                          <a:ea typeface="华文楷体" panose="02010600040101010101" charset="-122"/>
                        </a:rPr>
                        <a:t>第十章</a:t>
                      </a:r>
                      <a:r>
                        <a:rPr lang="zh-CN" altLang="en-US" sz="1000" b="0" spc="60">
                          <a:latin typeface="华文楷体" panose="02010600040101010101" charset="-122"/>
                          <a:ea typeface="华文楷体" panose="02010600040101010101" charset="-122"/>
                        </a:rPr>
                        <a:t> </a:t>
                      </a:r>
                      <a:r>
                        <a:rPr lang="zh-CN" sz="1000" b="0" spc="60">
                          <a:latin typeface="华文楷体" panose="02010600040101010101" charset="-122"/>
                          <a:ea typeface="华文楷体" panose="02010600040101010101" charset="-122"/>
                        </a:rPr>
                        <a:t>门电路</a:t>
                      </a:r>
                      <a:endParaRPr lang="zh-CN" sz="1000" b="0" spc="60">
                        <a:latin typeface="华文楷体" panose="02010600040101010101" charset="-122"/>
                        <a:ea typeface="华文楷体" panose="02010600040101010101" charset="-122"/>
                      </a:endParaRPr>
                    </a:p>
                    <a:p>
                      <a:pPr indent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1000" b="0" spc="60">
                          <a:latin typeface="华文楷体" panose="02010600040101010101" charset="-122"/>
                          <a:ea typeface="华文楷体" panose="02010600040101010101" charset="-122"/>
                        </a:rPr>
                        <a:t>10-1  </a:t>
                      </a:r>
                      <a:r>
                        <a:rPr lang="zh-CN" sz="1000" b="0" spc="60">
                          <a:latin typeface="华文楷体" panose="02010600040101010101" charset="-122"/>
                          <a:ea typeface="华文楷体" panose="02010600040101010101" charset="-122"/>
                        </a:rPr>
                        <a:t>逻辑代数中的三种基本运算</a:t>
                      </a:r>
                      <a:endParaRPr lang="zh-CN" sz="1000" b="0" spc="60">
                        <a:latin typeface="华文楷体" panose="02010600040101010101" charset="-122"/>
                        <a:ea typeface="华文楷体" panose="02010600040101010101" charset="-122"/>
                      </a:endParaRPr>
                    </a:p>
                    <a:p>
                      <a:pPr indent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1000" b="0" spc="60">
                          <a:latin typeface="华文楷体" panose="02010600040101010101" charset="-122"/>
                          <a:ea typeface="华文楷体" panose="02010600040101010101" charset="-122"/>
                        </a:rPr>
                        <a:t>10-2  </a:t>
                      </a:r>
                      <a:r>
                        <a:rPr lang="zh-CN" sz="1000" b="0" spc="60">
                          <a:latin typeface="华文楷体" panose="02010600040101010101" charset="-122"/>
                          <a:ea typeface="华文楷体" panose="02010600040101010101" charset="-122"/>
                        </a:rPr>
                        <a:t>门电路概述</a:t>
                      </a:r>
                      <a:endParaRPr lang="zh-CN" sz="1000" b="0" spc="60">
                        <a:latin typeface="华文楷体" panose="02010600040101010101" charset="-122"/>
                        <a:ea typeface="华文楷体" panose="02010600040101010101" charset="-122"/>
                      </a:endParaRPr>
                    </a:p>
                    <a:p>
                      <a:pPr indent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1000" b="0" spc="60">
                          <a:latin typeface="华文楷体" panose="02010600040101010101" charset="-122"/>
                          <a:ea typeface="华文楷体" panose="02010600040101010101" charset="-122"/>
                        </a:rPr>
                        <a:t>10-3  </a:t>
                      </a:r>
                      <a:r>
                        <a:rPr lang="zh-CN" sz="1000" b="0" spc="60">
                          <a:latin typeface="华文楷体" panose="02010600040101010101" charset="-122"/>
                          <a:ea typeface="华文楷体" panose="02010600040101010101" charset="-122"/>
                        </a:rPr>
                        <a:t>半导体二极管门电路</a:t>
                      </a:r>
                      <a:endParaRPr lang="zh-CN" sz="1000" b="0" spc="60">
                        <a:latin typeface="华文楷体" panose="02010600040101010101" charset="-122"/>
                        <a:ea typeface="华文楷体" panose="02010600040101010101" charset="-122"/>
                      </a:endParaRPr>
                    </a:p>
                  </a:txBody>
                  <a:tcPr marL="25400" marR="25400" marT="6350" marB="6350" anchor="ctr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indent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1000" b="0" spc="60">
                          <a:latin typeface="华文楷体" panose="02010600040101010101" charset="-122"/>
                          <a:ea typeface="华文楷体" panose="02010600040101010101" charset="-122"/>
                        </a:rPr>
                        <a:t>4</a:t>
                      </a:r>
                      <a:endParaRPr lang="en-US" altLang="zh-CN" sz="1000" b="0" spc="60">
                        <a:latin typeface="华文楷体" panose="02010600040101010101" charset="-122"/>
                        <a:ea typeface="华文楷体" panose="02010600040101010101" charset="-122"/>
                      </a:endParaRPr>
                    </a:p>
                  </a:txBody>
                  <a:tcPr marL="25400" marR="25400" marT="6350" marB="6350" anchor="ctr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indent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altLang="zh-CN" sz="1000" b="0" spc="60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25400" marR="25400" marT="6350" marB="6350" anchor="ctr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indent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altLang="zh-CN" sz="1000" b="0" spc="60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25400" marR="25400" marT="6350" marB="6350" anchor="ctr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indent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altLang="zh-CN" sz="1000" b="0" spc="60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25400" marR="25400" marT="6350" marB="6350" anchor="ctr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indent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altLang="zh-CN" sz="1000" b="0" spc="60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25400" marR="25400" marT="6350" marB="6350" anchor="ctr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indent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altLang="zh-CN" sz="1000" b="0" spc="60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25400" marR="25400" marT="6350" marB="6350" anchor="ctr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indent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1000" b="0" spc="60">
                          <a:latin typeface="华文楷体" panose="02010600040101010101" charset="-122"/>
                          <a:ea typeface="华文楷体" panose="02010600040101010101" charset="-122"/>
                        </a:rPr>
                        <a:t>5.5-5.9</a:t>
                      </a:r>
                      <a:endParaRPr lang="en-US" altLang="zh-CN" sz="1000" b="0" spc="60">
                        <a:latin typeface="华文楷体" panose="02010600040101010101" charset="-122"/>
                        <a:ea typeface="华文楷体" panose="02010600040101010101" charset="-122"/>
                      </a:endParaRPr>
                    </a:p>
                    <a:p>
                      <a:pPr indent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1000" b="0" spc="60">
                          <a:latin typeface="华文楷体" panose="02010600040101010101" charset="-122"/>
                          <a:ea typeface="华文楷体" panose="02010600040101010101" charset="-122"/>
                        </a:rPr>
                        <a:t>作业：</a:t>
                      </a:r>
                      <a:endParaRPr lang="en-US" altLang="zh-CN" sz="1000" b="0" spc="60">
                        <a:latin typeface="华文楷体" panose="02010600040101010101" charset="-122"/>
                        <a:ea typeface="华文楷体" panose="02010600040101010101" charset="-122"/>
                      </a:endParaRPr>
                    </a:p>
                  </a:txBody>
                  <a:tcPr marL="25400" marR="25400" marT="6350" marB="6350" anchor="ctr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561340">
                <a:tc>
                  <a:txBody>
                    <a:bodyPr/>
                    <a:p>
                      <a:pPr indent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1000" b="0" spc="60">
                          <a:latin typeface="华文楷体" panose="02010600040101010101" charset="-122"/>
                          <a:ea typeface="华文楷体" panose="02010600040101010101" charset="-122"/>
                        </a:rPr>
                        <a:t>13</a:t>
                      </a:r>
                      <a:endParaRPr lang="en-US" altLang="zh-CN" sz="1000" b="0" spc="60">
                        <a:latin typeface="华文楷体" panose="02010600040101010101" charset="-122"/>
                        <a:ea typeface="华文楷体" panose="02010600040101010101" charset="-122"/>
                      </a:endParaRPr>
                    </a:p>
                  </a:txBody>
                  <a:tcPr marL="25400" marR="25400" marT="6350" marB="6350" anchor="ctr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indent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000" b="0" spc="60">
                          <a:latin typeface="华文楷体" panose="02010600040101010101" charset="-122"/>
                          <a:ea typeface="华文楷体" panose="02010600040101010101" charset="-122"/>
                        </a:rPr>
                        <a:t>第十章</a:t>
                      </a:r>
                      <a:r>
                        <a:rPr lang="zh-CN" altLang="en-US" sz="1000" b="0" spc="60">
                          <a:latin typeface="华文楷体" panose="02010600040101010101" charset="-122"/>
                          <a:ea typeface="华文楷体" panose="02010600040101010101" charset="-122"/>
                        </a:rPr>
                        <a:t> </a:t>
                      </a:r>
                      <a:r>
                        <a:rPr lang="zh-CN" sz="1000" b="0" spc="60">
                          <a:latin typeface="华文楷体" panose="02010600040101010101" charset="-122"/>
                          <a:ea typeface="华文楷体" panose="02010600040101010101" charset="-122"/>
                        </a:rPr>
                        <a:t>门电路</a:t>
                      </a:r>
                      <a:endParaRPr lang="zh-CN" sz="1000" b="0" spc="60">
                        <a:latin typeface="华文楷体" panose="02010600040101010101" charset="-122"/>
                        <a:ea typeface="华文楷体" panose="02010600040101010101" charset="-122"/>
                      </a:endParaRPr>
                    </a:p>
                    <a:p>
                      <a:pPr indent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1000" b="0" spc="60">
                          <a:latin typeface="华文楷体" panose="02010600040101010101" charset="-122"/>
                          <a:ea typeface="华文楷体" panose="02010600040101010101" charset="-122"/>
                        </a:rPr>
                        <a:t>10-4  CMOS</a:t>
                      </a:r>
                      <a:r>
                        <a:rPr lang="zh-CN" altLang="en-US" sz="1000" b="0" spc="60">
                          <a:latin typeface="华文楷体" panose="02010600040101010101" charset="-122"/>
                          <a:ea typeface="华文楷体" panose="02010600040101010101" charset="-122"/>
                        </a:rPr>
                        <a:t>门电路</a:t>
                      </a:r>
                      <a:endParaRPr lang="zh-CN" altLang="en-US" sz="1000" b="0" spc="60">
                        <a:latin typeface="华文楷体" panose="02010600040101010101" charset="-122"/>
                        <a:ea typeface="华文楷体" panose="02010600040101010101" charset="-122"/>
                      </a:endParaRPr>
                    </a:p>
                  </a:txBody>
                  <a:tcPr marL="25400" marR="25400" marT="6350" marB="6350" anchor="ctr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indent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1000" b="0" spc="60">
                          <a:latin typeface="华文楷体" panose="02010600040101010101" charset="-122"/>
                          <a:ea typeface="华文楷体" panose="02010600040101010101" charset="-122"/>
                        </a:rPr>
                        <a:t>4</a:t>
                      </a:r>
                      <a:endParaRPr lang="en-US" altLang="zh-CN" sz="1000" b="0" spc="60">
                        <a:latin typeface="华文楷体" panose="02010600040101010101" charset="-122"/>
                        <a:ea typeface="华文楷体" panose="02010600040101010101" charset="-122"/>
                      </a:endParaRPr>
                    </a:p>
                  </a:txBody>
                  <a:tcPr marL="25400" marR="25400" marT="6350" marB="6350" anchor="ctr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indent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altLang="zh-CN" sz="1000" b="0" spc="60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25400" marR="25400" marT="6350" marB="6350" anchor="ctr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indent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altLang="zh-CN" sz="1000" b="0" spc="60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25400" marR="25400" marT="6350" marB="6350" anchor="ctr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indent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1000" b="0" spc="60">
                          <a:latin typeface="华文楷体" panose="02010600040101010101" charset="-122"/>
                          <a:ea typeface="华文楷体" panose="02010600040101010101" charset="-122"/>
                        </a:rPr>
                        <a:t>8</a:t>
                      </a:r>
                      <a:r>
                        <a:rPr lang="zh-CN" altLang="en-US" sz="1000" b="0" spc="60">
                          <a:latin typeface="华文楷体" panose="02010600040101010101" charset="-122"/>
                          <a:ea typeface="华文楷体" panose="02010600040101010101" charset="-122"/>
                        </a:rPr>
                        <a:t>、利用</a:t>
                      </a:r>
                      <a:r>
                        <a:rPr lang="en-US" altLang="zh-CN" sz="1000" b="0" spc="60">
                          <a:latin typeface="华文楷体" panose="02010600040101010101" charset="-122"/>
                          <a:ea typeface="华文楷体" panose="02010600040101010101" charset="-122"/>
                        </a:rPr>
                        <a:t>multisim</a:t>
                      </a:r>
                      <a:r>
                        <a:rPr lang="zh-CN" altLang="en-US" sz="1000" b="0" spc="60">
                          <a:latin typeface="华文楷体" panose="02010600040101010101" charset="-122"/>
                          <a:ea typeface="华文楷体" panose="02010600040101010101" charset="-122"/>
                        </a:rPr>
                        <a:t>仿真软件仿真</a:t>
                      </a:r>
                      <a:r>
                        <a:rPr lang="en-US" altLang="zh-CN" sz="1000" b="0" spc="60">
                          <a:latin typeface="华文楷体" panose="02010600040101010101" charset="-122"/>
                          <a:ea typeface="华文楷体" panose="02010600040101010101" charset="-122"/>
                        </a:rPr>
                        <a:t>MOS</a:t>
                      </a:r>
                      <a:r>
                        <a:rPr lang="zh-CN" altLang="en-US" sz="1000" b="0" spc="60">
                          <a:latin typeface="华文楷体" panose="02010600040101010101" charset="-122"/>
                          <a:ea typeface="华文楷体" panose="02010600040101010101" charset="-122"/>
                        </a:rPr>
                        <a:t>的门电路及其相关性能</a:t>
                      </a:r>
                      <a:endParaRPr lang="zh-CN" altLang="en-US" sz="1000" b="0" spc="60">
                        <a:latin typeface="华文楷体" panose="02010600040101010101" charset="-122"/>
                        <a:ea typeface="华文楷体" panose="02010600040101010101" charset="-122"/>
                      </a:endParaRPr>
                    </a:p>
                  </a:txBody>
                  <a:tcPr marL="25400" marR="25400" marT="6350" marB="6350" anchor="ctr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indent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altLang="zh-CN" sz="1000" b="0" spc="60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25400" marR="25400" marT="6350" marB="6350" anchor="ctr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indent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altLang="zh-CN" sz="1000" b="0" spc="60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25400" marR="25400" marT="6350" marB="6350" anchor="ctr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indent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1000" b="0" spc="60">
                          <a:latin typeface="华文楷体" panose="02010600040101010101" charset="-122"/>
                          <a:ea typeface="华文楷体" panose="02010600040101010101" charset="-122"/>
                        </a:rPr>
                        <a:t>5.12-5.16</a:t>
                      </a:r>
                      <a:endParaRPr lang="en-US" altLang="zh-CN" sz="1000" b="0" spc="60">
                        <a:latin typeface="华文楷体" panose="02010600040101010101" charset="-122"/>
                        <a:ea typeface="华文楷体" panose="02010600040101010101" charset="-122"/>
                      </a:endParaRPr>
                    </a:p>
                    <a:p>
                      <a:pPr indent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000" b="0" spc="60">
                          <a:latin typeface="华文楷体" panose="02010600040101010101" charset="-122"/>
                          <a:ea typeface="华文楷体" panose="02010600040101010101" charset="-122"/>
                        </a:rPr>
                        <a:t>作业：</a:t>
                      </a:r>
                      <a:endParaRPr lang="zh-CN" sz="1000" b="0" spc="60">
                        <a:latin typeface="华文楷体" panose="02010600040101010101" charset="-122"/>
                        <a:ea typeface="华文楷体" panose="02010600040101010101" charset="-122"/>
                      </a:endParaRPr>
                    </a:p>
                    <a:p>
                      <a:pPr indent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000" b="0" spc="60">
                          <a:latin typeface="华文楷体" panose="02010600040101010101" charset="-122"/>
                          <a:ea typeface="华文楷体" panose="02010600040101010101" charset="-122"/>
                        </a:rPr>
                        <a:t>课堂小测</a:t>
                      </a:r>
                      <a:r>
                        <a:rPr lang="en-US" altLang="zh-CN" sz="1000" b="0" spc="60">
                          <a:latin typeface="华文楷体" panose="02010600040101010101" charset="-122"/>
                          <a:ea typeface="华文楷体" panose="02010600040101010101" charset="-122"/>
                        </a:rPr>
                        <a:t>7</a:t>
                      </a:r>
                      <a:r>
                        <a:rPr lang="zh-CN" altLang="en-US" sz="1000" b="0" spc="60">
                          <a:latin typeface="华文楷体" panose="02010600040101010101" charset="-122"/>
                          <a:ea typeface="华文楷体" panose="02010600040101010101" charset="-122"/>
                        </a:rPr>
                        <a:t>：含有</a:t>
                      </a:r>
                      <a:r>
                        <a:rPr lang="en-US" altLang="zh-CN" sz="1000" b="0" spc="60">
                          <a:latin typeface="华文楷体" panose="02010600040101010101" charset="-122"/>
                          <a:ea typeface="华文楷体" panose="02010600040101010101" charset="-122"/>
                        </a:rPr>
                        <a:t>CMOS</a:t>
                      </a:r>
                      <a:r>
                        <a:rPr lang="zh-CN" altLang="en-US" sz="1000" b="0" spc="60">
                          <a:latin typeface="华文楷体" panose="02010600040101010101" charset="-122"/>
                          <a:ea typeface="华文楷体" panose="02010600040101010101" charset="-122"/>
                        </a:rPr>
                        <a:t>门电路</a:t>
                      </a:r>
                      <a:endParaRPr lang="zh-CN" altLang="en-US" sz="1000" b="0" spc="60">
                        <a:latin typeface="华文楷体" panose="02010600040101010101" charset="-122"/>
                        <a:ea typeface="华文楷体" panose="02010600040101010101" charset="-122"/>
                      </a:endParaRPr>
                    </a:p>
                  </a:txBody>
                  <a:tcPr marL="25400" marR="25400" marT="6350" marB="6350" anchor="ctr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78460">
                <a:tc>
                  <a:txBody>
                    <a:bodyPr/>
                    <a:p>
                      <a:pPr indent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1000" b="0" spc="60">
                          <a:latin typeface="华文楷体" panose="02010600040101010101" charset="-122"/>
                          <a:ea typeface="华文楷体" panose="02010600040101010101" charset="-122"/>
                        </a:rPr>
                        <a:t>14</a:t>
                      </a:r>
                      <a:endParaRPr lang="en-US" altLang="zh-CN" sz="1000" b="0" spc="60">
                        <a:latin typeface="华文楷体" panose="02010600040101010101" charset="-122"/>
                        <a:ea typeface="华文楷体" panose="02010600040101010101" charset="-122"/>
                      </a:endParaRPr>
                    </a:p>
                  </a:txBody>
                  <a:tcPr marL="25400" marR="25400" marT="6350" marB="6350" anchor="ctr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indent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000" b="0" spc="60">
                          <a:latin typeface="华文楷体" panose="02010600040101010101" charset="-122"/>
                          <a:ea typeface="华文楷体" panose="02010600040101010101" charset="-122"/>
                        </a:rPr>
                        <a:t>第十章</a:t>
                      </a:r>
                      <a:r>
                        <a:rPr lang="zh-CN" altLang="en-US" sz="1000" b="0" spc="60">
                          <a:latin typeface="华文楷体" panose="02010600040101010101" charset="-122"/>
                          <a:ea typeface="华文楷体" panose="02010600040101010101" charset="-122"/>
                        </a:rPr>
                        <a:t> </a:t>
                      </a:r>
                      <a:r>
                        <a:rPr lang="zh-CN" sz="1000" b="0" spc="60">
                          <a:latin typeface="华文楷体" panose="02010600040101010101" charset="-122"/>
                          <a:ea typeface="华文楷体" panose="02010600040101010101" charset="-122"/>
                        </a:rPr>
                        <a:t>门电路</a:t>
                      </a:r>
                      <a:endParaRPr lang="zh-CN" sz="1000" b="0" spc="60">
                        <a:latin typeface="华文楷体" panose="02010600040101010101" charset="-122"/>
                        <a:ea typeface="华文楷体" panose="02010600040101010101" charset="-122"/>
                      </a:endParaRPr>
                    </a:p>
                    <a:p>
                      <a:pPr indent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1000" b="0" spc="60">
                          <a:latin typeface="华文楷体" panose="02010600040101010101" charset="-122"/>
                          <a:ea typeface="华文楷体" panose="02010600040101010101" charset="-122"/>
                        </a:rPr>
                        <a:t>10-5  TTL</a:t>
                      </a:r>
                      <a:r>
                        <a:rPr lang="zh-CN" altLang="en-US" sz="1000" b="0" spc="60">
                          <a:latin typeface="华文楷体" panose="02010600040101010101" charset="-122"/>
                          <a:ea typeface="华文楷体" panose="02010600040101010101" charset="-122"/>
                        </a:rPr>
                        <a:t>门电路</a:t>
                      </a:r>
                      <a:endParaRPr lang="zh-CN" altLang="en-US" sz="1000" b="0" spc="60">
                        <a:latin typeface="华文楷体" panose="02010600040101010101" charset="-122"/>
                        <a:ea typeface="华文楷体" panose="02010600040101010101" charset="-122"/>
                      </a:endParaRPr>
                    </a:p>
                  </a:txBody>
                  <a:tcPr marL="25400" marR="25400" marT="6350" marB="6350" anchor="ctr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indent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1000" b="0" spc="60">
                          <a:latin typeface="华文楷体" panose="02010600040101010101" charset="-122"/>
                          <a:ea typeface="华文楷体" panose="02010600040101010101" charset="-122"/>
                        </a:rPr>
                        <a:t>4</a:t>
                      </a:r>
                      <a:endParaRPr lang="en-US" altLang="zh-CN" sz="1000" b="0" spc="60">
                        <a:latin typeface="华文楷体" panose="02010600040101010101" charset="-122"/>
                        <a:ea typeface="华文楷体" panose="02010600040101010101" charset="-122"/>
                      </a:endParaRPr>
                    </a:p>
                  </a:txBody>
                  <a:tcPr marL="25400" marR="25400" marT="6350" marB="6350" anchor="ctr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indent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altLang="zh-CN" sz="1000" b="0" spc="60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25400" marR="25400" marT="6350" marB="6350" anchor="ctr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indent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altLang="zh-CN" sz="1000" b="0" spc="60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25400" marR="25400" marT="6350" marB="6350" anchor="ctr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indent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altLang="zh-CN" sz="1000" b="0" spc="60">
                        <a:latin typeface="华文楷体" panose="02010600040101010101" charset="-122"/>
                        <a:ea typeface="华文楷体" panose="02010600040101010101" charset="-122"/>
                      </a:endParaRPr>
                    </a:p>
                  </a:txBody>
                  <a:tcPr marL="25400" marR="25400" marT="6350" marB="6350" anchor="ctr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indent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altLang="zh-CN" sz="1000" b="0" spc="60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25400" marR="25400" marT="6350" marB="6350" anchor="ctr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indent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altLang="zh-CN" sz="1000" b="0" spc="60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25400" marR="25400" marT="6350" marB="6350" anchor="ctr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indent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1000" b="0" spc="60">
                          <a:latin typeface="华文楷体" panose="02010600040101010101" charset="-122"/>
                          <a:ea typeface="华文楷体" panose="02010600040101010101" charset="-122"/>
                        </a:rPr>
                        <a:t>5.19-5.23</a:t>
                      </a:r>
                      <a:endParaRPr lang="en-US" altLang="zh-CN" sz="1000" b="0" spc="60">
                        <a:latin typeface="华文楷体" panose="02010600040101010101" charset="-122"/>
                        <a:ea typeface="华文楷体" panose="02010600040101010101" charset="-122"/>
                      </a:endParaRPr>
                    </a:p>
                    <a:p>
                      <a:pPr indent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000" b="0" spc="60">
                          <a:latin typeface="华文楷体" panose="02010600040101010101" charset="-122"/>
                          <a:ea typeface="华文楷体" panose="02010600040101010101" charset="-122"/>
                        </a:rPr>
                        <a:t>作业：</a:t>
                      </a:r>
                      <a:endParaRPr lang="zh-CN" sz="1000" b="0" spc="60">
                        <a:latin typeface="华文楷体" panose="02010600040101010101" charset="-122"/>
                        <a:ea typeface="华文楷体" panose="02010600040101010101" charset="-122"/>
                      </a:endParaRPr>
                    </a:p>
                  </a:txBody>
                  <a:tcPr marL="25400" marR="25400" marT="6350" marB="6350" anchor="ctr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744220">
                <a:tc>
                  <a:txBody>
                    <a:bodyPr/>
                    <a:p>
                      <a:pPr indent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1000" b="0" spc="60">
                          <a:latin typeface="华文楷体" panose="02010600040101010101" charset="-122"/>
                          <a:ea typeface="华文楷体" panose="02010600040101010101" charset="-122"/>
                        </a:rPr>
                        <a:t>15</a:t>
                      </a:r>
                      <a:endParaRPr lang="en-US" altLang="zh-CN" sz="1000" b="0" spc="60">
                        <a:latin typeface="华文楷体" panose="02010600040101010101" charset="-122"/>
                        <a:ea typeface="华文楷体" panose="02010600040101010101" charset="-122"/>
                      </a:endParaRPr>
                    </a:p>
                  </a:txBody>
                  <a:tcPr marL="25400" marR="25400" marT="6350" marB="6350" anchor="ctr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indent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000" b="0" spc="60">
                          <a:latin typeface="华文楷体" panose="02010600040101010101" charset="-122"/>
                          <a:ea typeface="华文楷体" panose="02010600040101010101" charset="-122"/>
                        </a:rPr>
                        <a:t>第十章</a:t>
                      </a:r>
                      <a:r>
                        <a:rPr lang="zh-CN" altLang="en-US" sz="1000" b="0" spc="60">
                          <a:latin typeface="华文楷体" panose="02010600040101010101" charset="-122"/>
                          <a:ea typeface="华文楷体" panose="02010600040101010101" charset="-122"/>
                        </a:rPr>
                        <a:t> </a:t>
                      </a:r>
                      <a:r>
                        <a:rPr lang="zh-CN" sz="1000" b="0" spc="60">
                          <a:latin typeface="华文楷体" panose="02010600040101010101" charset="-122"/>
                          <a:ea typeface="华文楷体" panose="02010600040101010101" charset="-122"/>
                        </a:rPr>
                        <a:t>门电路</a:t>
                      </a:r>
                      <a:endParaRPr lang="zh-CN" sz="1000" b="0" spc="60">
                        <a:latin typeface="华文楷体" panose="02010600040101010101" charset="-122"/>
                        <a:ea typeface="华文楷体" panose="02010600040101010101" charset="-122"/>
                      </a:endParaRPr>
                    </a:p>
                    <a:p>
                      <a:pPr indent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1000" b="0" spc="60">
                          <a:latin typeface="华文楷体" panose="02010600040101010101" charset="-122"/>
                          <a:ea typeface="华文楷体" panose="02010600040101010101" charset="-122"/>
                        </a:rPr>
                        <a:t>10-6  ECL</a:t>
                      </a:r>
                      <a:r>
                        <a:rPr lang="zh-CN" altLang="en-US" sz="1000" b="0" spc="60">
                          <a:latin typeface="华文楷体" panose="02010600040101010101" charset="-122"/>
                          <a:ea typeface="华文楷体" panose="02010600040101010101" charset="-122"/>
                        </a:rPr>
                        <a:t>集成电路</a:t>
                      </a:r>
                      <a:endParaRPr lang="zh-CN" altLang="en-US" sz="1000" b="0" spc="60">
                        <a:latin typeface="华文楷体" panose="02010600040101010101" charset="-122"/>
                        <a:ea typeface="华文楷体" panose="02010600040101010101" charset="-122"/>
                      </a:endParaRPr>
                    </a:p>
                    <a:p>
                      <a:pPr indent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1000" b="0" spc="60">
                          <a:latin typeface="华文楷体" panose="02010600040101010101" charset="-122"/>
                          <a:ea typeface="华文楷体" panose="02010600040101010101" charset="-122"/>
                        </a:rPr>
                        <a:t>10-7  Bi-COMS</a:t>
                      </a:r>
                      <a:r>
                        <a:rPr lang="zh-CN" altLang="en-US" sz="1000" b="0" spc="60">
                          <a:latin typeface="华文楷体" panose="02010600040101010101" charset="-122"/>
                          <a:ea typeface="华文楷体" panose="02010600040101010101" charset="-122"/>
                        </a:rPr>
                        <a:t>电路</a:t>
                      </a:r>
                      <a:endParaRPr lang="zh-CN" altLang="en-US" sz="1000" b="0" spc="60">
                        <a:latin typeface="华文楷体" panose="02010600040101010101" charset="-122"/>
                        <a:ea typeface="华文楷体" panose="02010600040101010101" charset="-122"/>
                      </a:endParaRPr>
                    </a:p>
                    <a:p>
                      <a:pPr indent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1000" b="0" spc="60">
                          <a:latin typeface="华文楷体" panose="02010600040101010101" charset="-122"/>
                          <a:ea typeface="华文楷体" panose="02010600040101010101" charset="-122"/>
                        </a:rPr>
                        <a:t>10-8  </a:t>
                      </a:r>
                      <a:r>
                        <a:rPr lang="zh-CN" sz="1000" b="0" spc="60">
                          <a:latin typeface="华文楷体" panose="02010600040101010101" charset="-122"/>
                          <a:ea typeface="华文楷体" panose="02010600040101010101" charset="-122"/>
                        </a:rPr>
                        <a:t>不同数字集成电路间的接口</a:t>
                      </a:r>
                      <a:endParaRPr lang="zh-CN" sz="1000" b="0" spc="60">
                        <a:latin typeface="华文楷体" panose="02010600040101010101" charset="-122"/>
                        <a:ea typeface="华文楷体" panose="02010600040101010101" charset="-122"/>
                      </a:endParaRPr>
                    </a:p>
                  </a:txBody>
                  <a:tcPr marL="25400" marR="25400" marT="6350" marB="6350" anchor="ctr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indent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1000" b="0" spc="60">
                          <a:latin typeface="华文楷体" panose="02010600040101010101" charset="-122"/>
                          <a:ea typeface="华文楷体" panose="02010600040101010101" charset="-122"/>
                        </a:rPr>
                        <a:t>4</a:t>
                      </a:r>
                      <a:endParaRPr lang="en-US" altLang="zh-CN" sz="1000" b="0" spc="60">
                        <a:latin typeface="华文楷体" panose="02010600040101010101" charset="-122"/>
                        <a:ea typeface="华文楷体" panose="02010600040101010101" charset="-122"/>
                      </a:endParaRPr>
                    </a:p>
                  </a:txBody>
                  <a:tcPr marL="25400" marR="25400" marT="6350" marB="6350" anchor="ctr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indent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altLang="zh-CN" sz="1000" b="0" spc="60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25400" marR="25400" marT="6350" marB="6350" anchor="ctr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indent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altLang="zh-CN" sz="1000" b="0" spc="60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25400" marR="25400" marT="6350" marB="6350" anchor="ctr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indent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altLang="zh-CN" sz="1000" b="0" spc="60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25400" marR="25400" marT="6350" marB="6350" anchor="ctr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indent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altLang="zh-CN" sz="1000" b="0" spc="60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25400" marR="25400" marT="6350" marB="6350" anchor="ctr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indent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altLang="zh-CN" sz="1000" b="0" spc="60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25400" marR="25400" marT="6350" marB="6350" anchor="ctr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indent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1000" b="0" spc="60">
                          <a:latin typeface="华文楷体" panose="02010600040101010101" charset="-122"/>
                          <a:ea typeface="华文楷体" panose="02010600040101010101" charset="-122"/>
                        </a:rPr>
                        <a:t>5.26-5.30</a:t>
                      </a:r>
                      <a:endParaRPr lang="en-US" altLang="zh-CN" sz="1000" b="0" spc="60">
                        <a:latin typeface="华文楷体" panose="02010600040101010101" charset="-122"/>
                        <a:ea typeface="华文楷体" panose="02010600040101010101" charset="-122"/>
                      </a:endParaRPr>
                    </a:p>
                    <a:p>
                      <a:pPr indent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000" b="0" spc="60">
                          <a:latin typeface="华文楷体" panose="02010600040101010101" charset="-122"/>
                          <a:ea typeface="华文楷体" panose="02010600040101010101" charset="-122"/>
                        </a:rPr>
                        <a:t>作业：</a:t>
                      </a:r>
                      <a:endParaRPr lang="zh-CN" sz="1000" b="0" spc="60">
                        <a:latin typeface="华文楷体" panose="02010600040101010101" charset="-122"/>
                        <a:ea typeface="华文楷体" panose="02010600040101010101" charset="-122"/>
                      </a:endParaRPr>
                    </a:p>
                  </a:txBody>
                  <a:tcPr marL="25400" marR="25400" marT="6350" marB="6350" anchor="ctr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744220">
                <a:tc>
                  <a:txBody>
                    <a:bodyPr/>
                    <a:p>
                      <a:pPr indent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1000" b="0" spc="60">
                          <a:latin typeface="华文楷体" panose="02010600040101010101" charset="-122"/>
                          <a:ea typeface="华文楷体" panose="02010600040101010101" charset="-122"/>
                        </a:rPr>
                        <a:t>16</a:t>
                      </a:r>
                      <a:endParaRPr lang="en-US" altLang="zh-CN" sz="1000" b="0" spc="60">
                        <a:latin typeface="华文楷体" panose="02010600040101010101" charset="-122"/>
                        <a:ea typeface="华文楷体" panose="02010600040101010101" charset="-122"/>
                      </a:endParaRPr>
                    </a:p>
                  </a:txBody>
                  <a:tcPr marL="25400" marR="25400" marT="6350" marB="6350" anchor="ctr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indent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000" b="0" spc="60">
                          <a:latin typeface="华文楷体" panose="02010600040101010101" charset="-122"/>
                          <a:ea typeface="华文楷体" panose="02010600040101010101" charset="-122"/>
                        </a:rPr>
                        <a:t>第十一章</a:t>
                      </a:r>
                      <a:r>
                        <a:rPr lang="zh-CN" altLang="en-US" sz="1000" b="0" spc="60">
                          <a:latin typeface="华文楷体" panose="02010600040101010101" charset="-122"/>
                          <a:ea typeface="华文楷体" panose="02010600040101010101" charset="-122"/>
                        </a:rPr>
                        <a:t> </a:t>
                      </a:r>
                      <a:r>
                        <a:rPr lang="zh-CN" sz="1000" b="0" spc="60">
                          <a:latin typeface="华文楷体" panose="02010600040101010101" charset="-122"/>
                          <a:ea typeface="华文楷体" panose="02010600040101010101" charset="-122"/>
                        </a:rPr>
                        <a:t>含有运算放大器电路分析</a:t>
                      </a:r>
                      <a:endParaRPr lang="zh-CN" sz="1000" b="0" spc="60">
                        <a:latin typeface="华文楷体" panose="02010600040101010101" charset="-122"/>
                        <a:ea typeface="华文楷体" panose="02010600040101010101" charset="-122"/>
                      </a:endParaRPr>
                    </a:p>
                    <a:p>
                      <a:pPr indent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1000" b="0" spc="60">
                          <a:latin typeface="华文楷体" panose="02010600040101010101" charset="-122"/>
                          <a:ea typeface="华文楷体" panose="02010600040101010101" charset="-122"/>
                        </a:rPr>
                        <a:t>11-1  </a:t>
                      </a:r>
                      <a:r>
                        <a:rPr lang="zh-CN" sz="1000" b="0" spc="60">
                          <a:latin typeface="华文楷体" panose="02010600040101010101" charset="-122"/>
                          <a:ea typeface="华文楷体" panose="02010600040101010101" charset="-122"/>
                        </a:rPr>
                        <a:t>运算放大器的电路模型</a:t>
                      </a:r>
                      <a:endParaRPr lang="zh-CN" sz="1000" b="0" spc="60">
                        <a:latin typeface="华文楷体" panose="02010600040101010101" charset="-122"/>
                        <a:ea typeface="华文楷体" panose="02010600040101010101" charset="-122"/>
                      </a:endParaRPr>
                    </a:p>
                    <a:p>
                      <a:pPr indent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1000" b="0" spc="60">
                          <a:latin typeface="华文楷体" panose="02010600040101010101" charset="-122"/>
                          <a:ea typeface="华文楷体" panose="02010600040101010101" charset="-122"/>
                        </a:rPr>
                        <a:t>11-2  </a:t>
                      </a:r>
                      <a:r>
                        <a:rPr lang="zh-CN" sz="1000" b="0" spc="60">
                          <a:latin typeface="华文楷体" panose="02010600040101010101" charset="-122"/>
                          <a:ea typeface="华文楷体" panose="02010600040101010101" charset="-122"/>
                        </a:rPr>
                        <a:t>含有理想运算放大器的电路的分析</a:t>
                      </a:r>
                      <a:endParaRPr lang="zh-CN" sz="1000" b="0" spc="60">
                        <a:latin typeface="华文楷体" panose="02010600040101010101" charset="-122"/>
                        <a:ea typeface="华文楷体" panose="02010600040101010101" charset="-122"/>
                      </a:endParaRPr>
                    </a:p>
                    <a:p>
                      <a:pPr indent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1000" b="0" spc="60">
                          <a:latin typeface="华文楷体" panose="02010600040101010101" charset="-122"/>
                          <a:ea typeface="华文楷体" panose="02010600040101010101" charset="-122"/>
                        </a:rPr>
                        <a:t>11-3  A/D</a:t>
                      </a:r>
                      <a:r>
                        <a:rPr lang="zh-CN" altLang="en-US" sz="1000" b="0" spc="60">
                          <a:latin typeface="华文楷体" panose="02010600040101010101" charset="-122"/>
                          <a:ea typeface="华文楷体" panose="02010600040101010101" charset="-122"/>
                        </a:rPr>
                        <a:t>电路</a:t>
                      </a:r>
                      <a:endParaRPr lang="zh-CN" altLang="en-US" sz="1000" b="0" spc="60">
                        <a:latin typeface="华文楷体" panose="02010600040101010101" charset="-122"/>
                        <a:ea typeface="华文楷体" panose="02010600040101010101" charset="-122"/>
                      </a:endParaRPr>
                    </a:p>
                  </a:txBody>
                  <a:tcPr marL="25400" marR="25400" marT="6350" marB="6350" anchor="ctr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indent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1000" b="0" spc="60">
                          <a:latin typeface="华文楷体" panose="02010600040101010101" charset="-122"/>
                          <a:ea typeface="华文楷体" panose="02010600040101010101" charset="-122"/>
                        </a:rPr>
                        <a:t>4</a:t>
                      </a:r>
                      <a:endParaRPr lang="en-US" altLang="zh-CN" sz="1000" b="0" spc="60">
                        <a:latin typeface="华文楷体" panose="02010600040101010101" charset="-122"/>
                        <a:ea typeface="华文楷体" panose="02010600040101010101" charset="-122"/>
                      </a:endParaRPr>
                    </a:p>
                  </a:txBody>
                  <a:tcPr marL="25400" marR="25400" marT="6350" marB="6350" anchor="ctr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indent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altLang="zh-CN" sz="1000" b="0" spc="60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25400" marR="25400" marT="6350" marB="6350" anchor="ctr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indent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altLang="zh-CN" sz="1000" b="0" spc="60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25400" marR="25400" marT="6350" marB="6350" anchor="ctr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indent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altLang="zh-CN" sz="1000" b="0" spc="60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25400" marR="25400" marT="6350" marB="6350" anchor="ctr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indent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altLang="zh-CN" sz="1000" b="0" spc="60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25400" marR="25400" marT="6350" marB="6350" anchor="ctr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indent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altLang="zh-CN" sz="1000" b="0" spc="60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25400" marR="25400" marT="6350" marB="6350" anchor="ctr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indent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1000" b="0" spc="60">
                          <a:latin typeface="华文楷体" panose="02010600040101010101" charset="-122"/>
                          <a:ea typeface="华文楷体" panose="02010600040101010101" charset="-122"/>
                        </a:rPr>
                        <a:t>6.2-6.6</a:t>
                      </a:r>
                      <a:endParaRPr lang="en-US" altLang="zh-CN" sz="1000" b="0" spc="60">
                        <a:latin typeface="华文楷体" panose="02010600040101010101" charset="-122"/>
                        <a:ea typeface="华文楷体" panose="02010600040101010101" charset="-122"/>
                      </a:endParaRPr>
                    </a:p>
                    <a:p>
                      <a:pPr indent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000" b="0" spc="60">
                          <a:latin typeface="华文楷体" panose="02010600040101010101" charset="-122"/>
                          <a:ea typeface="华文楷体" panose="02010600040101010101" charset="-122"/>
                        </a:rPr>
                        <a:t>作业：</a:t>
                      </a:r>
                      <a:endParaRPr lang="zh-CN" sz="1000" b="0" spc="60">
                        <a:latin typeface="华文楷体" panose="02010600040101010101" charset="-122"/>
                        <a:ea typeface="华文楷体" panose="02010600040101010101" charset="-122"/>
                      </a:endParaRPr>
                    </a:p>
                  </a:txBody>
                  <a:tcPr marL="25400" marR="25400" marT="6350" marB="6350" anchor="ctr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6"/>
          <p:cNvSpPr>
            <a:spLocks noGrp="1" noChangeArrowheads="1"/>
          </p:cNvSpPr>
          <p:nvPr>
            <p:ph type="title" idx="4294967295"/>
          </p:nvPr>
        </p:nvSpPr>
        <p:spPr bwMode="gray">
          <a:xfrm>
            <a:off x="6841490" y="78740"/>
            <a:ext cx="5255895" cy="52959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ctr" anchorCtr="0" compatLnSpc="1">
            <a:normAutofit/>
          </a:bodyPr>
          <a:lstStyle/>
          <a:p>
            <a:pPr algn="r" eaLnBrk="1" hangingPunct="1"/>
            <a:r>
              <a:rPr lang="en-US" altLang="zh-CN" sz="2800" b="1" dirty="0" smtClean="0">
                <a:latin typeface="Times New Roman" panose="02020603050405020304" pitchFamily="18" charset="0"/>
                <a:ea typeface="黑体" panose="02010609060101010101" pitchFamily="49" charset="-122"/>
              </a:rPr>
              <a:t>1 </a:t>
            </a:r>
            <a:r>
              <a:rPr lang="zh-CN" altLang="en-US" sz="2800" b="1" dirty="0" smtClean="0">
                <a:latin typeface="Times New Roman" panose="02020603050405020304" pitchFamily="18" charset="0"/>
                <a:ea typeface="黑体" panose="02010609060101010101" pitchFamily="49" charset="-122"/>
              </a:rPr>
              <a:t>什么是电路</a:t>
            </a:r>
            <a:endParaRPr lang="zh-CN" altLang="en-US" sz="2800" b="1" dirty="0" smtClean="0"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pic>
        <p:nvPicPr>
          <p:cNvPr id="101" name="图片 100"/>
          <p:cNvPicPr/>
          <p:nvPr/>
        </p:nvPicPr>
        <p:blipFill>
          <a:blip r:embed="rId1"/>
          <a:stretch>
            <a:fillRect/>
          </a:stretch>
        </p:blipFill>
        <p:spPr>
          <a:xfrm>
            <a:off x="622935" y="851535"/>
            <a:ext cx="5282565" cy="269367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02" name="图片 101"/>
          <p:cNvPicPr/>
          <p:nvPr/>
        </p:nvPicPr>
        <p:blipFill>
          <a:blip r:embed="rId2"/>
          <a:stretch>
            <a:fillRect/>
          </a:stretch>
        </p:blipFill>
        <p:spPr>
          <a:xfrm>
            <a:off x="6615430" y="851535"/>
            <a:ext cx="4454525" cy="269367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6165" y="3769995"/>
            <a:ext cx="3973830" cy="2769235"/>
          </a:xfrm>
          <a:prstGeom prst="rect">
            <a:avLst/>
          </a:prstGeom>
        </p:spPr>
      </p:pic>
      <p:pic>
        <p:nvPicPr>
          <p:cNvPr id="103" name="图片 102"/>
          <p:cNvPicPr/>
          <p:nvPr/>
        </p:nvPicPr>
        <p:blipFill>
          <a:blip r:embed="rId4"/>
          <a:stretch>
            <a:fillRect/>
          </a:stretch>
        </p:blipFill>
        <p:spPr>
          <a:xfrm>
            <a:off x="6615430" y="3708400"/>
            <a:ext cx="4455160" cy="273494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4" name="右箭头 3"/>
          <p:cNvSpPr/>
          <p:nvPr/>
        </p:nvSpPr>
        <p:spPr>
          <a:xfrm>
            <a:off x="5951855" y="1953260"/>
            <a:ext cx="564515" cy="483235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" name="上弧形箭头 4"/>
          <p:cNvSpPr/>
          <p:nvPr/>
        </p:nvSpPr>
        <p:spPr>
          <a:xfrm rot="5160000">
            <a:off x="10586085" y="3342640"/>
            <a:ext cx="1734185" cy="448945"/>
          </a:xfrm>
          <a:prstGeom prst="curved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6" name="右箭头 5"/>
          <p:cNvSpPr/>
          <p:nvPr/>
        </p:nvSpPr>
        <p:spPr>
          <a:xfrm rot="10800000">
            <a:off x="5704840" y="4789805"/>
            <a:ext cx="564515" cy="483235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6"/>
          <p:cNvSpPr>
            <a:spLocks noGrp="1" noChangeArrowheads="1"/>
          </p:cNvSpPr>
          <p:nvPr>
            <p:ph type="title" idx="4294967295"/>
          </p:nvPr>
        </p:nvSpPr>
        <p:spPr bwMode="gray">
          <a:xfrm>
            <a:off x="6841490" y="78740"/>
            <a:ext cx="5255895" cy="52959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ctr" anchorCtr="0" compatLnSpc="1">
            <a:normAutofit/>
          </a:bodyPr>
          <a:lstStyle/>
          <a:p>
            <a:pPr algn="r" eaLnBrk="1" hangingPunct="1"/>
            <a:r>
              <a:rPr lang="en-US" altLang="zh-CN" sz="2800" b="1" dirty="0" smtClean="0">
                <a:latin typeface="Times New Roman" panose="02020603050405020304" pitchFamily="18" charset="0"/>
                <a:ea typeface="黑体" panose="02010609060101010101" pitchFamily="49" charset="-122"/>
              </a:rPr>
              <a:t>1 </a:t>
            </a:r>
            <a:r>
              <a:rPr lang="zh-CN" altLang="en-US" sz="2800" b="1" dirty="0" smtClean="0">
                <a:latin typeface="Times New Roman" panose="02020603050405020304" pitchFamily="18" charset="0"/>
                <a:ea typeface="黑体" panose="02010609060101010101" pitchFamily="49" charset="-122"/>
              </a:rPr>
              <a:t>什么是电路</a:t>
            </a:r>
            <a:endParaRPr lang="zh-CN" altLang="en-US" sz="2800" b="1" dirty="0" smtClean="0"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pic>
        <p:nvPicPr>
          <p:cNvPr id="101" name="图片 100"/>
          <p:cNvPicPr/>
          <p:nvPr/>
        </p:nvPicPr>
        <p:blipFill>
          <a:blip r:embed="rId1"/>
          <a:stretch>
            <a:fillRect/>
          </a:stretch>
        </p:blipFill>
        <p:spPr>
          <a:xfrm>
            <a:off x="377825" y="972820"/>
            <a:ext cx="11292840" cy="543750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6"/>
          <p:cNvSpPr>
            <a:spLocks noGrp="1" noChangeArrowheads="1"/>
          </p:cNvSpPr>
          <p:nvPr>
            <p:ph type="title" idx="4294967295"/>
          </p:nvPr>
        </p:nvSpPr>
        <p:spPr bwMode="gray">
          <a:xfrm>
            <a:off x="6841490" y="78740"/>
            <a:ext cx="5255895" cy="52959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ctr" anchorCtr="0" compatLnSpc="1">
            <a:normAutofit/>
          </a:bodyPr>
          <a:lstStyle/>
          <a:p>
            <a:pPr algn="r" eaLnBrk="1" hangingPunct="1"/>
            <a:r>
              <a:rPr lang="en-US" altLang="zh-CN" sz="2800" b="1" dirty="0" smtClean="0">
                <a:latin typeface="Times New Roman" panose="02020603050405020304" pitchFamily="18" charset="0"/>
                <a:ea typeface="黑体" panose="02010609060101010101" pitchFamily="49" charset="-122"/>
              </a:rPr>
              <a:t>1 </a:t>
            </a:r>
            <a:r>
              <a:rPr lang="zh-CN" altLang="en-US" sz="2800" b="1" dirty="0" smtClean="0">
                <a:latin typeface="Times New Roman" panose="02020603050405020304" pitchFamily="18" charset="0"/>
                <a:ea typeface="黑体" panose="02010609060101010101" pitchFamily="49" charset="-122"/>
              </a:rPr>
              <a:t>什么是电路</a:t>
            </a:r>
            <a:endParaRPr lang="zh-CN" altLang="en-US" sz="2800" b="1" dirty="0" smtClean="0"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pic>
        <p:nvPicPr>
          <p:cNvPr id="2" name="图片 1"/>
          <p:cNvPicPr/>
          <p:nvPr/>
        </p:nvPicPr>
        <p:blipFill>
          <a:blip r:embed="rId1"/>
          <a:stretch>
            <a:fillRect/>
          </a:stretch>
        </p:blipFill>
        <p:spPr>
          <a:xfrm>
            <a:off x="-190500" y="-128127"/>
            <a:ext cx="12192000" cy="6733254"/>
          </a:xfrm>
          <a:prstGeom prst="rect">
            <a:avLst/>
          </a:prstGeom>
        </p:spPr>
      </p:pic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040" y="887095"/>
            <a:ext cx="2459990" cy="5445125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39390" y="887095"/>
            <a:ext cx="8930640" cy="5445125"/>
          </a:xfrm>
          <a:prstGeom prst="rect">
            <a:avLst/>
          </a:prstGeom>
        </p:spPr>
      </p:pic>
    </p:spTree>
  </p:cSld>
  <p:clrMapOvr>
    <a:masterClrMapping/>
  </p:clrMapOvr>
  <p:transition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1684655" y="1370965"/>
            <a:ext cx="8822690" cy="300672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lang="zh-CN" altLang="en-US"/>
              <a:t>通过网盘分享的文件：</a:t>
            </a:r>
            <a:r>
              <a:rPr lang="en-US" altLang="zh-CN"/>
              <a:t>Multisim 14.3(64bit).rar</a:t>
            </a:r>
            <a:endParaRPr lang="en-US" altLang="zh-CN"/>
          </a:p>
          <a:p>
            <a:r>
              <a:rPr lang="zh-CN" altLang="en-US"/>
              <a:t>链接</a:t>
            </a:r>
            <a:r>
              <a:rPr lang="en-US" altLang="zh-CN"/>
              <a:t>: https://pan.baidu.com/s/1oPgn9jH4gvnGO80Nr7U0xQ </a:t>
            </a:r>
            <a:r>
              <a:rPr lang="zh-CN" altLang="en-US"/>
              <a:t>提取码</a:t>
            </a:r>
            <a:r>
              <a:rPr lang="en-US" altLang="zh-CN"/>
              <a:t>: 1221 </a:t>
            </a:r>
            <a:endParaRPr lang="en-US" altLang="zh-CN"/>
          </a:p>
          <a:p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1374140" y="2334260"/>
            <a:ext cx="9906000" cy="386143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indent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pc="120">
                <a:latin typeface="华文楷体" panose="02010600040101010101" charset="-122"/>
                <a:ea typeface="华文楷体" panose="02010600040101010101" charset="-122"/>
                <a:sym typeface="+mn-ea"/>
              </a:rPr>
              <a:t>1</a:t>
            </a:r>
            <a:r>
              <a:rPr lang="zh-CN" altLang="en-US" spc="120">
                <a:latin typeface="华文楷体" panose="02010600040101010101" charset="-122"/>
                <a:ea typeface="华文楷体" panose="02010600040101010101" charset="-122"/>
                <a:sym typeface="+mn-ea"/>
              </a:rPr>
              <a:t>、利用</a:t>
            </a:r>
            <a:r>
              <a:rPr lang="en-US" altLang="zh-CN" spc="120">
                <a:latin typeface="华文楷体" panose="02010600040101010101" charset="-122"/>
                <a:ea typeface="华文楷体" panose="02010600040101010101" charset="-122"/>
                <a:sym typeface="+mn-ea"/>
              </a:rPr>
              <a:t>multisim</a:t>
            </a:r>
            <a:r>
              <a:rPr lang="zh-CN" altLang="en-US" spc="120">
                <a:latin typeface="华文楷体" panose="02010600040101010101" charset="-122"/>
                <a:ea typeface="华文楷体" panose="02010600040101010101" charset="-122"/>
                <a:sym typeface="+mn-ea"/>
              </a:rPr>
              <a:t>仿真软件仿真参考方向和功率的关系，验证基尔霍夫定理</a:t>
            </a:r>
            <a:endParaRPr lang="zh-CN" altLang="en-US" b="0" spc="120">
              <a:latin typeface="华文楷体" panose="02010600040101010101" charset="-122"/>
              <a:ea typeface="华文楷体" panose="02010600040101010101" charset="-122"/>
            </a:endParaRPr>
          </a:p>
          <a:p>
            <a:pPr indent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pc="120">
                <a:latin typeface="华文楷体" panose="02010600040101010101" charset="-122"/>
                <a:ea typeface="华文楷体" panose="02010600040101010101" charset="-122"/>
                <a:sym typeface="+mn-ea"/>
              </a:rPr>
              <a:t>2</a:t>
            </a:r>
            <a:r>
              <a:rPr lang="zh-CN" altLang="en-US" spc="120">
                <a:latin typeface="华文楷体" panose="02010600040101010101" charset="-122"/>
                <a:ea typeface="华文楷体" panose="02010600040101010101" charset="-122"/>
                <a:sym typeface="+mn-ea"/>
              </a:rPr>
              <a:t>、利用</a:t>
            </a:r>
            <a:r>
              <a:rPr lang="en-US" altLang="zh-CN" spc="120">
                <a:latin typeface="华文楷体" panose="02010600040101010101" charset="-122"/>
                <a:ea typeface="华文楷体" panose="02010600040101010101" charset="-122"/>
                <a:sym typeface="+mn-ea"/>
              </a:rPr>
              <a:t>multisim</a:t>
            </a:r>
            <a:r>
              <a:rPr lang="zh-CN" altLang="en-US" spc="120">
                <a:latin typeface="华文楷体" panose="02010600040101010101" charset="-122"/>
                <a:ea typeface="华文楷体" panose="02010600040101010101" charset="-122"/>
                <a:sym typeface="+mn-ea"/>
              </a:rPr>
              <a:t>仿真软件验证电源的等效变换</a:t>
            </a:r>
            <a:endParaRPr lang="zh-CN" altLang="en-US" b="0" spc="120">
              <a:latin typeface="华文楷体" panose="02010600040101010101" charset="-122"/>
              <a:ea typeface="华文楷体" panose="02010600040101010101" charset="-122"/>
            </a:endParaRPr>
          </a:p>
          <a:p>
            <a:pPr indent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b="1" spc="60">
                <a:latin typeface="华文楷体" panose="02010600040101010101" charset="-122"/>
                <a:ea typeface="华文楷体" panose="02010600040101010101" charset="-122"/>
                <a:sym typeface="+mn-ea"/>
              </a:rPr>
              <a:t>3</a:t>
            </a:r>
            <a:r>
              <a:rPr lang="zh-CN" altLang="en-US" b="1" spc="60">
                <a:latin typeface="华文楷体" panose="02010600040101010101" charset="-122"/>
                <a:ea typeface="华文楷体" panose="02010600040101010101" charset="-122"/>
                <a:sym typeface="+mn-ea"/>
              </a:rPr>
              <a:t>、利用</a:t>
            </a:r>
            <a:r>
              <a:rPr lang="en-US" altLang="zh-CN" b="1" spc="60">
                <a:latin typeface="华文楷体" panose="02010600040101010101" charset="-122"/>
                <a:ea typeface="华文楷体" panose="02010600040101010101" charset="-122"/>
                <a:sym typeface="+mn-ea"/>
              </a:rPr>
              <a:t>multisim</a:t>
            </a:r>
            <a:r>
              <a:rPr lang="zh-CN" altLang="en-US" b="1" spc="60">
                <a:latin typeface="华文楷体" panose="02010600040101010101" charset="-122"/>
                <a:ea typeface="华文楷体" panose="02010600040101010101" charset="-122"/>
                <a:sym typeface="+mn-ea"/>
              </a:rPr>
              <a:t>仿真软件验证戴维南等效</a:t>
            </a:r>
            <a:endParaRPr lang="zh-CN" altLang="en-US" b="1" spc="60">
              <a:latin typeface="华文楷体" panose="02010600040101010101" charset="-122"/>
              <a:ea typeface="华文楷体" panose="02010600040101010101" charset="-122"/>
              <a:sym typeface="+mn-ea"/>
            </a:endParaRPr>
          </a:p>
          <a:p>
            <a:pPr indent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pc="60">
                <a:latin typeface="华文楷体" panose="02010600040101010101" charset="-122"/>
                <a:ea typeface="华文楷体" panose="02010600040101010101" charset="-122"/>
                <a:sym typeface="+mn-ea"/>
              </a:rPr>
              <a:t>4</a:t>
            </a:r>
            <a:r>
              <a:rPr lang="zh-CN" altLang="en-US" spc="60">
                <a:latin typeface="华文楷体" panose="02010600040101010101" charset="-122"/>
                <a:ea typeface="华文楷体" panose="02010600040101010101" charset="-122"/>
                <a:sym typeface="+mn-ea"/>
              </a:rPr>
              <a:t>、利用</a:t>
            </a:r>
            <a:r>
              <a:rPr lang="en-US" altLang="zh-CN" spc="60">
                <a:latin typeface="华文楷体" panose="02010600040101010101" charset="-122"/>
                <a:ea typeface="华文楷体" panose="02010600040101010101" charset="-122"/>
                <a:sym typeface="+mn-ea"/>
              </a:rPr>
              <a:t>multisim</a:t>
            </a:r>
            <a:r>
              <a:rPr lang="zh-CN" altLang="en-US" spc="60">
                <a:latin typeface="华文楷体" panose="02010600040101010101" charset="-122"/>
                <a:ea typeface="华文楷体" panose="02010600040101010101" charset="-122"/>
                <a:sym typeface="+mn-ea"/>
              </a:rPr>
              <a:t>仿真软件验证</a:t>
            </a:r>
            <a:r>
              <a:rPr lang="en-US" altLang="zh-CN" spc="60">
                <a:latin typeface="华文楷体" panose="02010600040101010101" charset="-122"/>
                <a:ea typeface="华文楷体" panose="02010600040101010101" charset="-122"/>
                <a:sym typeface="+mn-ea"/>
              </a:rPr>
              <a:t>RC</a:t>
            </a:r>
            <a:r>
              <a:rPr lang="zh-CN" altLang="en-US" spc="60">
                <a:latin typeface="华文楷体" panose="02010600040101010101" charset="-122"/>
                <a:ea typeface="华文楷体" panose="02010600040101010101" charset="-122"/>
                <a:sym typeface="+mn-ea"/>
              </a:rPr>
              <a:t>电路的充放电过程</a:t>
            </a:r>
            <a:endParaRPr lang="zh-CN" altLang="en-US" spc="60">
              <a:latin typeface="华文楷体" panose="02010600040101010101" charset="-122"/>
              <a:ea typeface="华文楷体" panose="02010600040101010101" charset="-122"/>
              <a:sym typeface="+mn-ea"/>
            </a:endParaRPr>
          </a:p>
          <a:p>
            <a:pPr indent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pc="60">
                <a:latin typeface="华文楷体" panose="02010600040101010101" charset="-122"/>
                <a:ea typeface="华文楷体" panose="02010600040101010101" charset="-122"/>
                <a:sym typeface="+mn-ea"/>
              </a:rPr>
              <a:t>5、利用multisim仿真软件仿真二极管伏安特性的完整曲线。</a:t>
            </a:r>
            <a:endParaRPr lang="en-US" altLang="zh-CN" spc="60">
              <a:latin typeface="华文楷体" panose="02010600040101010101" charset="-122"/>
              <a:ea typeface="华文楷体" panose="02010600040101010101" charset="-122"/>
              <a:sym typeface="+mn-ea"/>
            </a:endParaRPr>
          </a:p>
          <a:p>
            <a:pPr indent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pc="60">
                <a:latin typeface="华文楷体" panose="02010600040101010101" charset="-122"/>
                <a:ea typeface="华文楷体" panose="02010600040101010101" charset="-122"/>
                <a:sym typeface="+mn-ea"/>
              </a:rPr>
              <a:t>6</a:t>
            </a:r>
            <a:r>
              <a:rPr lang="zh-CN" altLang="en-US" spc="60">
                <a:latin typeface="华文楷体" panose="02010600040101010101" charset="-122"/>
                <a:ea typeface="华文楷体" panose="02010600040101010101" charset="-122"/>
                <a:sym typeface="+mn-ea"/>
              </a:rPr>
              <a:t>、利用</a:t>
            </a:r>
            <a:r>
              <a:rPr lang="en-US" altLang="zh-CN" spc="60">
                <a:latin typeface="华文楷体" panose="02010600040101010101" charset="-122"/>
                <a:ea typeface="华文楷体" panose="02010600040101010101" charset="-122"/>
                <a:sym typeface="+mn-ea"/>
              </a:rPr>
              <a:t>multisim</a:t>
            </a:r>
            <a:r>
              <a:rPr lang="zh-CN" altLang="en-US" spc="60">
                <a:latin typeface="华文楷体" panose="02010600040101010101" charset="-122"/>
                <a:ea typeface="华文楷体" panose="02010600040101010101" charset="-122"/>
                <a:sym typeface="+mn-ea"/>
              </a:rPr>
              <a:t>仿真软件仿真三极管伏安特性的完整曲线。</a:t>
            </a:r>
            <a:endParaRPr lang="zh-CN" altLang="en-US" spc="60">
              <a:latin typeface="华文楷体" panose="02010600040101010101" charset="-122"/>
              <a:ea typeface="华文楷体" panose="02010600040101010101" charset="-122"/>
              <a:sym typeface="+mn-ea"/>
            </a:endParaRPr>
          </a:p>
          <a:p>
            <a:pPr indent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b="1" spc="120">
                <a:latin typeface="华文楷体" panose="02010600040101010101" charset="-122"/>
                <a:ea typeface="华文楷体" panose="02010600040101010101" charset="-122"/>
                <a:sym typeface="+mn-ea"/>
              </a:rPr>
              <a:t>7</a:t>
            </a:r>
            <a:r>
              <a:rPr lang="zh-CN" altLang="en-US" b="1" spc="120">
                <a:latin typeface="华文楷体" panose="02010600040101010101" charset="-122"/>
                <a:ea typeface="华文楷体" panose="02010600040101010101" charset="-122"/>
                <a:sym typeface="+mn-ea"/>
              </a:rPr>
              <a:t>、利用</a:t>
            </a:r>
            <a:r>
              <a:rPr lang="en-US" altLang="zh-CN" b="1" spc="120">
                <a:latin typeface="华文楷体" panose="02010600040101010101" charset="-122"/>
                <a:ea typeface="华文楷体" panose="02010600040101010101" charset="-122"/>
                <a:sym typeface="+mn-ea"/>
              </a:rPr>
              <a:t>multisim</a:t>
            </a:r>
            <a:r>
              <a:rPr lang="zh-CN" altLang="en-US" b="1" spc="120">
                <a:latin typeface="华文楷体" panose="02010600040101010101" charset="-122"/>
                <a:ea typeface="华文楷体" panose="02010600040101010101" charset="-122"/>
                <a:sym typeface="+mn-ea"/>
              </a:rPr>
              <a:t>仿真软件仿真</a:t>
            </a:r>
            <a:r>
              <a:rPr lang="en-US" altLang="zh-CN" b="1" spc="120">
                <a:latin typeface="华文楷体" panose="02010600040101010101" charset="-122"/>
                <a:ea typeface="华文楷体" panose="02010600040101010101" charset="-122"/>
                <a:sym typeface="+mn-ea"/>
              </a:rPr>
              <a:t>MOS/CMOS</a:t>
            </a:r>
            <a:r>
              <a:rPr lang="zh-CN" altLang="en-US" b="1" spc="120">
                <a:latin typeface="华文楷体" panose="02010600040101010101" charset="-122"/>
                <a:ea typeface="华文楷体" panose="02010600040101010101" charset="-122"/>
                <a:sym typeface="+mn-ea"/>
              </a:rPr>
              <a:t>伏安特性的完整曲线。</a:t>
            </a:r>
            <a:endParaRPr lang="zh-CN" altLang="en-US" b="1" spc="120">
              <a:latin typeface="华文楷体" panose="02010600040101010101" charset="-122"/>
              <a:ea typeface="华文楷体" panose="02010600040101010101" charset="-122"/>
              <a:sym typeface="+mn-ea"/>
            </a:endParaRPr>
          </a:p>
          <a:p>
            <a:pPr indent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pc="60">
                <a:latin typeface="华文楷体" panose="02010600040101010101" charset="-122"/>
                <a:ea typeface="华文楷体" panose="02010600040101010101" charset="-122"/>
                <a:sym typeface="+mn-ea"/>
              </a:rPr>
              <a:t>8</a:t>
            </a:r>
            <a:r>
              <a:rPr lang="zh-CN" altLang="en-US" spc="60">
                <a:latin typeface="华文楷体" panose="02010600040101010101" charset="-122"/>
                <a:ea typeface="华文楷体" panose="02010600040101010101" charset="-122"/>
                <a:sym typeface="+mn-ea"/>
              </a:rPr>
              <a:t>、利用</a:t>
            </a:r>
            <a:r>
              <a:rPr lang="en-US" altLang="zh-CN" spc="60">
                <a:latin typeface="华文楷体" panose="02010600040101010101" charset="-122"/>
                <a:ea typeface="华文楷体" panose="02010600040101010101" charset="-122"/>
                <a:sym typeface="+mn-ea"/>
              </a:rPr>
              <a:t>multisim</a:t>
            </a:r>
            <a:r>
              <a:rPr lang="zh-CN" altLang="en-US" spc="60">
                <a:latin typeface="华文楷体" panose="02010600040101010101" charset="-122"/>
                <a:ea typeface="华文楷体" panose="02010600040101010101" charset="-122"/>
                <a:sym typeface="+mn-ea"/>
              </a:rPr>
              <a:t>仿真软件仿真</a:t>
            </a:r>
            <a:r>
              <a:rPr lang="en-US" altLang="zh-CN" spc="60">
                <a:latin typeface="华文楷体" panose="02010600040101010101" charset="-122"/>
                <a:ea typeface="华文楷体" panose="02010600040101010101" charset="-122"/>
                <a:sym typeface="+mn-ea"/>
              </a:rPr>
              <a:t>MOS</a:t>
            </a:r>
            <a:r>
              <a:rPr lang="zh-CN" altLang="en-US" spc="60">
                <a:latin typeface="华文楷体" panose="02010600040101010101" charset="-122"/>
                <a:ea typeface="华文楷体" panose="02010600040101010101" charset="-122"/>
                <a:sym typeface="+mn-ea"/>
              </a:rPr>
              <a:t>的门电路及其相关性能</a:t>
            </a:r>
            <a:endParaRPr lang="zh-CN" altLang="en-US" spc="60">
              <a:latin typeface="华文楷体" panose="02010600040101010101" charset="-122"/>
              <a:ea typeface="华文楷体" panose="02010600040101010101" charset="-122"/>
              <a:sym typeface="+mn-ea"/>
            </a:endParaRPr>
          </a:p>
        </p:txBody>
      </p:sp>
    </p:spTree>
  </p:cSld>
  <p:clrMapOvr>
    <a:masterClrMapping/>
  </p:clrMapOvr>
  <p:transition/>
</p:sld>
</file>

<file path=ppt/tags/tag1.xml><?xml version="1.0" encoding="utf-8"?>
<p:tagLst xmlns:p="http://schemas.openxmlformats.org/presentationml/2006/main">
  <p:tag name="TABLE_ENDDRAG_ORIGIN_RECT" val="926*451"/>
  <p:tag name="TABLE_ENDDRAG_RECT" val="17*71*926*451"/>
</p:tagLst>
</file>

<file path=ppt/tags/tag2.xml><?xml version="1.0" encoding="utf-8"?>
<p:tagLst xmlns:p="http://schemas.openxmlformats.org/presentationml/2006/main">
  <p:tag name="TABLE_ENDDRAG_ORIGIN_RECT" val="926*256"/>
  <p:tag name="TABLE_ENDDRAG_RECT" val="17*91*926*256"/>
</p:tagLst>
</file>

<file path=ppt/tags/tag3.xml><?xml version="1.0" encoding="utf-8"?>
<p:tagLst xmlns:p="http://schemas.openxmlformats.org/presentationml/2006/main">
  <p:tag name="KSO_WPP_MARK_KEY" val="293226f7-2cf3-415c-99ba-776014b9f116"/>
  <p:tag name="COMMONDATA" val="eyJoZGlkIjoiMTQ3M2E0N2E3ZDg0N2M3MWRjMmFmZTY1Y2IwZmM3ZjMifQ=="/>
  <p:tag name="FULLTEXTBEAUTIFYED" val="1"/>
</p:tagLst>
</file>

<file path=ppt/theme/theme1.xml><?xml version="1.0" encoding="utf-8"?>
<a:theme xmlns:a="http://schemas.openxmlformats.org/drawingml/2006/main" name="22_默认设计模板">
  <a:themeElements>
    <a:clrScheme name="默认设计模板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默认设计模板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raClrSchemeLst>
    <a:extraClrScheme>
      <a:clrScheme name="默认设计模板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默认设计模板">
  <a:themeElements>
    <a:clrScheme name="默认设计模板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默认设计模板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raClrSchemeLst>
    <a:extraClrScheme>
      <a:clrScheme name="默认设计模板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4_默认设计模板">
  <a:themeElements>
    <a:clrScheme name="默认设计模板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默认设计模板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raClrSchemeLst>
    <a:extraClrScheme>
      <a:clrScheme name="默认设计模板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63_默认设计模板">
  <a:themeElements>
    <a:clrScheme name="默认设计模板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默认设计模板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raClrSchemeLst>
    <a:extraClrScheme>
      <a:clrScheme name="默认设计模板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64_默认设计模板">
  <a:themeElements>
    <a:clrScheme name="默认设计模板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默认设计模板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raClrSchemeLst>
    <a:extraClrScheme>
      <a:clrScheme name="默认设计模板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65_默认设计模板">
  <a:themeElements>
    <a:clrScheme name="默认设计模板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默认设计模板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raClrSchemeLst>
    <a:extraClrScheme>
      <a:clrScheme name="默认设计模板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 name="66_默认设计模板">
  <a:themeElements>
    <a:clrScheme name="默认设计模板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默认设计模板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raClrSchemeLst>
    <a:extraClrScheme>
      <a:clrScheme name="默认设计模板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8.xml><?xml version="1.0" encoding="utf-8"?>
<a:theme xmlns:a="http://schemas.openxmlformats.org/drawingml/2006/main" name="68_默认设计模板">
  <a:themeElements>
    <a:clrScheme name="默认设计模板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默认设计模板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raClrSchemeLst>
    <a:extraClrScheme>
      <a:clrScheme name="默认设计模板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9.xml><?xml version="1.0" encoding="utf-8"?>
<a:theme xmlns:a="http://schemas.openxmlformats.org/drawingml/2006/main" name="69_默认设计模板">
  <a:themeElements>
    <a:clrScheme name="默认设计模板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默认设计模板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raClrSchemeLst>
    <a:extraClrScheme>
      <a:clrScheme name="默认设计模板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0.xml><?xml version="1.0" encoding="utf-8"?>
<a:theme xmlns:a="http://schemas.openxmlformats.org/drawingml/2006/main" name="67_默认设计模板">
  <a:themeElements>
    <a:clrScheme name="默认设计模板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默认设计模板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raClrSchemeLst>
    <a:extraClrScheme>
      <a:clrScheme name="默认设计模板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1.xml><?xml version="1.0" encoding="utf-8"?>
<a:theme xmlns:a="http://schemas.openxmlformats.org/drawingml/2006/main" name="70_默认设计模板">
  <a:themeElements>
    <a:clrScheme name="默认设计模板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默认设计模板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raClrSchemeLst>
    <a:extraClrScheme>
      <a:clrScheme name="默认设计模板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2.xml><?xml version="1.0" encoding="utf-8"?>
<a:theme xmlns:a="http://schemas.openxmlformats.org/drawingml/2006/main" name="2_默认设计模板">
  <a:themeElements>
    <a:clrScheme name="默认设计模板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默认设计模板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raClrSchemeLst>
    <a:extraClrScheme>
      <a:clrScheme name="默认设计模板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2342</Words>
  <Application>WPS 演示</Application>
  <PresentationFormat>宽屏</PresentationFormat>
  <Paragraphs>325</Paragraphs>
  <Slides>16</Slides>
  <Notes>2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12</vt:i4>
      </vt:variant>
      <vt:variant>
        <vt:lpstr>幻灯片标题</vt:lpstr>
      </vt:variant>
      <vt:variant>
        <vt:i4>16</vt:i4>
      </vt:variant>
    </vt:vector>
  </HeadingPairs>
  <TitlesOfParts>
    <vt:vector size="40" baseType="lpstr">
      <vt:lpstr>Arial</vt:lpstr>
      <vt:lpstr>宋体</vt:lpstr>
      <vt:lpstr>Wingdings</vt:lpstr>
      <vt:lpstr>隶书</vt:lpstr>
      <vt:lpstr>Times New Roman</vt:lpstr>
      <vt:lpstr>黑体</vt:lpstr>
      <vt:lpstr>仿宋_GB2312</vt:lpstr>
      <vt:lpstr>仿宋</vt:lpstr>
      <vt:lpstr>华文楷体</vt:lpstr>
      <vt:lpstr>微软雅黑</vt:lpstr>
      <vt:lpstr>Arial Unicode MS</vt:lpstr>
      <vt:lpstr>Calibri</vt:lpstr>
      <vt:lpstr>22_默认设计模板</vt:lpstr>
      <vt:lpstr>1_默认设计模板</vt:lpstr>
      <vt:lpstr>4_默认设计模板</vt:lpstr>
      <vt:lpstr>63_默认设计模板</vt:lpstr>
      <vt:lpstr>64_默认设计模板</vt:lpstr>
      <vt:lpstr>65_默认设计模板</vt:lpstr>
      <vt:lpstr>66_默认设计模板</vt:lpstr>
      <vt:lpstr>68_默认设计模板</vt:lpstr>
      <vt:lpstr>69_默认设计模板</vt:lpstr>
      <vt:lpstr>67_默认设计模板</vt:lpstr>
      <vt:lpstr>70_默认设计模板</vt:lpstr>
      <vt:lpstr>2_默认设计模板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1 什么是电路</vt:lpstr>
      <vt:lpstr>1 什么是电路</vt:lpstr>
      <vt:lpstr>1 什么是电路</vt:lpstr>
      <vt:lpstr>PowerPoint 演示文稿</vt:lpstr>
      <vt:lpstr>PowerPoint 演示文稿</vt:lpstr>
    </vt:vector>
  </TitlesOfParts>
  <Company>Microsoft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China</dc:creator>
  <cp:lastModifiedBy>苏为</cp:lastModifiedBy>
  <cp:revision>162</cp:revision>
  <dcterms:created xsi:type="dcterms:W3CDTF">2018-02-25T07:53:00Z</dcterms:created>
  <dcterms:modified xsi:type="dcterms:W3CDTF">2026-03-02T03:23:31Z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053D7A151EE241859BDE9C8C3F29485A_13</vt:lpwstr>
  </property>
  <property fmtid="{D5CDD505-2E9C-101B-9397-08002B2CF9AE}" pid="3" name="KSOProductBuildVer">
    <vt:lpwstr>2052-12.1.0.24034</vt:lpwstr>
  </property>
</Properties>
</file>