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83" r:id="rId3"/>
    <p:sldId id="285" r:id="rId4"/>
    <p:sldId id="257" r:id="rId5"/>
    <p:sldId id="268" r:id="rId6"/>
    <p:sldId id="269" r:id="rId7"/>
    <p:sldId id="271" r:id="rId8"/>
    <p:sldId id="258" r:id="rId9"/>
    <p:sldId id="259" r:id="rId10"/>
    <p:sldId id="260" r:id="rId11"/>
    <p:sldId id="278" r:id="rId12"/>
    <p:sldId id="279" r:id="rId13"/>
    <p:sldId id="276" r:id="rId14"/>
    <p:sldId id="284" r:id="rId15"/>
    <p:sldId id="274" r:id="rId16"/>
    <p:sldId id="286" r:id="rId17"/>
    <p:sldId id="267" r:id="rId18"/>
    <p:sldId id="280" r:id="rId19"/>
    <p:sldId id="281" r:id="rId2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2" userDrawn="1">
          <p15:clr>
            <a:srgbClr val="A4A3A4"/>
          </p15:clr>
        </p15:guide>
        <p15:guide id="2" pos="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000000"/>
    <a:srgbClr val="0033CC"/>
    <a:srgbClr val="0066CC"/>
    <a:srgbClr val="000066"/>
    <a:srgbClr val="66FF66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269"/>
    <p:restoredTop sz="90929"/>
  </p:normalViewPr>
  <p:slideViewPr>
    <p:cSldViewPr showGuides="1">
      <p:cViewPr varScale="1">
        <p:scale>
          <a:sx n="103" d="100"/>
          <a:sy n="103" d="100"/>
        </p:scale>
        <p:origin x="-1644" y="-96"/>
      </p:cViewPr>
      <p:guideLst>
        <p:guide orient="horz" pos="3792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9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7" Type="http://schemas.openxmlformats.org/officeDocument/2006/relationships/image" Target="../media/image15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emf"/><Relationship Id="rId8" Type="http://schemas.openxmlformats.org/officeDocument/2006/relationships/image" Target="../media/image24.emf"/><Relationship Id="rId7" Type="http://schemas.openxmlformats.org/officeDocument/2006/relationships/image" Target="../media/image23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2" Type="http://schemas.openxmlformats.org/officeDocument/2006/relationships/image" Target="../media/image28.emf"/><Relationship Id="rId11" Type="http://schemas.openxmlformats.org/officeDocument/2006/relationships/image" Target="../media/image27.emf"/><Relationship Id="rId10" Type="http://schemas.openxmlformats.org/officeDocument/2006/relationships/image" Target="../media/image26.emf"/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.emf"/><Relationship Id="rId8" Type="http://schemas.openxmlformats.org/officeDocument/2006/relationships/image" Target="../media/image36.emf"/><Relationship Id="rId7" Type="http://schemas.openxmlformats.org/officeDocument/2006/relationships/image" Target="../media/image35.emf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4" Type="http://schemas.openxmlformats.org/officeDocument/2006/relationships/image" Target="../media/image42.emf"/><Relationship Id="rId13" Type="http://schemas.openxmlformats.org/officeDocument/2006/relationships/image" Target="../media/image41.emf"/><Relationship Id="rId12" Type="http://schemas.openxmlformats.org/officeDocument/2006/relationships/image" Target="../media/image40.emf"/><Relationship Id="rId11" Type="http://schemas.openxmlformats.org/officeDocument/2006/relationships/image" Target="../media/image39.emf"/><Relationship Id="rId10" Type="http://schemas.openxmlformats.org/officeDocument/2006/relationships/image" Target="../media/image38.emf"/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emf"/><Relationship Id="rId8" Type="http://schemas.openxmlformats.org/officeDocument/2006/relationships/image" Target="../media/image62.emf"/><Relationship Id="rId7" Type="http://schemas.openxmlformats.org/officeDocument/2006/relationships/image" Target="../media/image61.emf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3" Type="http://schemas.openxmlformats.org/officeDocument/2006/relationships/image" Target="../media/image67.emf"/><Relationship Id="rId12" Type="http://schemas.openxmlformats.org/officeDocument/2006/relationships/image" Target="../media/image66.emf"/><Relationship Id="rId11" Type="http://schemas.openxmlformats.org/officeDocument/2006/relationships/image" Target="../media/image65.emf"/><Relationship Id="rId10" Type="http://schemas.openxmlformats.org/officeDocument/2006/relationships/image" Target="../media/image64.emf"/><Relationship Id="rId1" Type="http://schemas.openxmlformats.org/officeDocument/2006/relationships/image" Target="../media/image55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emf"/><Relationship Id="rId8" Type="http://schemas.openxmlformats.org/officeDocument/2006/relationships/image" Target="../media/image75.emf"/><Relationship Id="rId7" Type="http://schemas.openxmlformats.org/officeDocument/2006/relationships/image" Target="../media/image74.emf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2" Type="http://schemas.openxmlformats.org/officeDocument/2006/relationships/image" Target="../media/image79.emf"/><Relationship Id="rId11" Type="http://schemas.openxmlformats.org/officeDocument/2006/relationships/image" Target="../media/image78.emf"/><Relationship Id="rId10" Type="http://schemas.openxmlformats.org/officeDocument/2006/relationships/image" Target="../media/image77.emf"/><Relationship Id="rId1" Type="http://schemas.openxmlformats.org/officeDocument/2006/relationships/image" Target="../media/image68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8.emf"/><Relationship Id="rId8" Type="http://schemas.openxmlformats.org/officeDocument/2006/relationships/image" Target="../media/image87.emf"/><Relationship Id="rId7" Type="http://schemas.openxmlformats.org/officeDocument/2006/relationships/image" Target="../media/image86.emf"/><Relationship Id="rId6" Type="http://schemas.openxmlformats.org/officeDocument/2006/relationships/image" Target="../media/image85.emf"/><Relationship Id="rId5" Type="http://schemas.openxmlformats.org/officeDocument/2006/relationships/image" Target="../media/image84.emf"/><Relationship Id="rId4" Type="http://schemas.openxmlformats.org/officeDocument/2006/relationships/image" Target="../media/image83.emf"/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3" Type="http://schemas.openxmlformats.org/officeDocument/2006/relationships/image" Target="../media/image92.emf"/><Relationship Id="rId12" Type="http://schemas.openxmlformats.org/officeDocument/2006/relationships/image" Target="../media/image91.emf"/><Relationship Id="rId11" Type="http://schemas.openxmlformats.org/officeDocument/2006/relationships/image" Target="../media/image90.emf"/><Relationship Id="rId10" Type="http://schemas.openxmlformats.org/officeDocument/2006/relationships/image" Target="../media/image89.emf"/><Relationship Id="rId1" Type="http://schemas.openxmlformats.org/officeDocument/2006/relationships/image" Target="../media/image80.e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emf"/><Relationship Id="rId8" Type="http://schemas.openxmlformats.org/officeDocument/2006/relationships/image" Target="../media/image100.emf"/><Relationship Id="rId7" Type="http://schemas.openxmlformats.org/officeDocument/2006/relationships/image" Target="../media/image99.emf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5" Type="http://schemas.openxmlformats.org/officeDocument/2006/relationships/image" Target="../media/image107.emf"/><Relationship Id="rId14" Type="http://schemas.openxmlformats.org/officeDocument/2006/relationships/image" Target="../media/image106.emf"/><Relationship Id="rId13" Type="http://schemas.openxmlformats.org/officeDocument/2006/relationships/image" Target="../media/image105.emf"/><Relationship Id="rId12" Type="http://schemas.openxmlformats.org/officeDocument/2006/relationships/image" Target="../media/image104.emf"/><Relationship Id="rId11" Type="http://schemas.openxmlformats.org/officeDocument/2006/relationships/image" Target="../media/image103.emf"/><Relationship Id="rId10" Type="http://schemas.openxmlformats.org/officeDocument/2006/relationships/image" Target="../media/image102.emf"/><Relationship Id="rId1" Type="http://schemas.openxmlformats.org/officeDocument/2006/relationships/image" Target="../media/image93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emf"/><Relationship Id="rId8" Type="http://schemas.openxmlformats.org/officeDocument/2006/relationships/image" Target="../media/image115.emf"/><Relationship Id="rId7" Type="http://schemas.openxmlformats.org/officeDocument/2006/relationships/image" Target="../media/image114.emf"/><Relationship Id="rId6" Type="http://schemas.openxmlformats.org/officeDocument/2006/relationships/image" Target="../media/image113.emf"/><Relationship Id="rId5" Type="http://schemas.openxmlformats.org/officeDocument/2006/relationships/image" Target="../media/image112.emf"/><Relationship Id="rId4" Type="http://schemas.openxmlformats.org/officeDocument/2006/relationships/image" Target="../media/image111.emf"/><Relationship Id="rId3" Type="http://schemas.openxmlformats.org/officeDocument/2006/relationships/image" Target="../media/image110.emf"/><Relationship Id="rId22" Type="http://schemas.openxmlformats.org/officeDocument/2006/relationships/image" Target="../media/image129.emf"/><Relationship Id="rId21" Type="http://schemas.openxmlformats.org/officeDocument/2006/relationships/image" Target="../media/image128.emf"/><Relationship Id="rId20" Type="http://schemas.openxmlformats.org/officeDocument/2006/relationships/image" Target="../media/image127.emf"/><Relationship Id="rId2" Type="http://schemas.openxmlformats.org/officeDocument/2006/relationships/image" Target="../media/image109.emf"/><Relationship Id="rId19" Type="http://schemas.openxmlformats.org/officeDocument/2006/relationships/image" Target="../media/image126.emf"/><Relationship Id="rId18" Type="http://schemas.openxmlformats.org/officeDocument/2006/relationships/image" Target="../media/image125.emf"/><Relationship Id="rId17" Type="http://schemas.openxmlformats.org/officeDocument/2006/relationships/image" Target="../media/image124.emf"/><Relationship Id="rId16" Type="http://schemas.openxmlformats.org/officeDocument/2006/relationships/image" Target="../media/image123.emf"/><Relationship Id="rId15" Type="http://schemas.openxmlformats.org/officeDocument/2006/relationships/image" Target="../media/image122.emf"/><Relationship Id="rId14" Type="http://schemas.openxmlformats.org/officeDocument/2006/relationships/image" Target="../media/image121.emf"/><Relationship Id="rId13" Type="http://schemas.openxmlformats.org/officeDocument/2006/relationships/image" Target="../media/image120.emf"/><Relationship Id="rId12" Type="http://schemas.openxmlformats.org/officeDocument/2006/relationships/image" Target="../media/image119.emf"/><Relationship Id="rId11" Type="http://schemas.openxmlformats.org/officeDocument/2006/relationships/image" Target="../media/image118.emf"/><Relationship Id="rId10" Type="http://schemas.openxmlformats.org/officeDocument/2006/relationships/image" Target="../media/image117.emf"/><Relationship Id="rId1" Type="http://schemas.openxmlformats.org/officeDocument/2006/relationships/image" Target="../media/image108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emf"/><Relationship Id="rId8" Type="http://schemas.openxmlformats.org/officeDocument/2006/relationships/image" Target="../media/image137.emf"/><Relationship Id="rId7" Type="http://schemas.openxmlformats.org/officeDocument/2006/relationships/image" Target="../media/image136.emf"/><Relationship Id="rId6" Type="http://schemas.openxmlformats.org/officeDocument/2006/relationships/image" Target="../media/image135.emf"/><Relationship Id="rId5" Type="http://schemas.openxmlformats.org/officeDocument/2006/relationships/image" Target="../media/image134.emf"/><Relationship Id="rId4" Type="http://schemas.openxmlformats.org/officeDocument/2006/relationships/image" Target="../media/image133.emf"/><Relationship Id="rId3" Type="http://schemas.openxmlformats.org/officeDocument/2006/relationships/image" Target="../media/image132.emf"/><Relationship Id="rId2" Type="http://schemas.openxmlformats.org/officeDocument/2006/relationships/image" Target="../media/image131.emf"/><Relationship Id="rId16" Type="http://schemas.openxmlformats.org/officeDocument/2006/relationships/image" Target="../media/image145.emf"/><Relationship Id="rId15" Type="http://schemas.openxmlformats.org/officeDocument/2006/relationships/image" Target="../media/image144.emf"/><Relationship Id="rId14" Type="http://schemas.openxmlformats.org/officeDocument/2006/relationships/image" Target="../media/image143.emf"/><Relationship Id="rId13" Type="http://schemas.openxmlformats.org/officeDocument/2006/relationships/image" Target="../media/image142.emf"/><Relationship Id="rId12" Type="http://schemas.openxmlformats.org/officeDocument/2006/relationships/image" Target="../media/image141.emf"/><Relationship Id="rId11" Type="http://schemas.openxmlformats.org/officeDocument/2006/relationships/image" Target="../media/image140.emf"/><Relationship Id="rId10" Type="http://schemas.openxmlformats.org/officeDocument/2006/relationships/image" Target="../media/image139.emf"/><Relationship Id="rId1" Type="http://schemas.openxmlformats.org/officeDocument/2006/relationships/image" Target="../media/image130.e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emf"/><Relationship Id="rId8" Type="http://schemas.openxmlformats.org/officeDocument/2006/relationships/image" Target="../media/image153.emf"/><Relationship Id="rId7" Type="http://schemas.openxmlformats.org/officeDocument/2006/relationships/image" Target="../media/image152.emf"/><Relationship Id="rId6" Type="http://schemas.openxmlformats.org/officeDocument/2006/relationships/image" Target="../media/image151.emf"/><Relationship Id="rId5" Type="http://schemas.openxmlformats.org/officeDocument/2006/relationships/image" Target="../media/image150.emf"/><Relationship Id="rId4" Type="http://schemas.openxmlformats.org/officeDocument/2006/relationships/image" Target="../media/image149.emf"/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emf"/><Relationship Id="rId8" Type="http://schemas.openxmlformats.org/officeDocument/2006/relationships/image" Target="../media/image162.emf"/><Relationship Id="rId7" Type="http://schemas.openxmlformats.org/officeDocument/2006/relationships/image" Target="../media/image161.emf"/><Relationship Id="rId6" Type="http://schemas.openxmlformats.org/officeDocument/2006/relationships/image" Target="../media/image160.emf"/><Relationship Id="rId5" Type="http://schemas.openxmlformats.org/officeDocument/2006/relationships/image" Target="../media/image159.emf"/><Relationship Id="rId4" Type="http://schemas.openxmlformats.org/officeDocument/2006/relationships/image" Target="../media/image158.e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2" Type="http://schemas.openxmlformats.org/officeDocument/2006/relationships/image" Target="../media/image166.emf"/><Relationship Id="rId11" Type="http://schemas.openxmlformats.org/officeDocument/2006/relationships/image" Target="../media/image165.emf"/><Relationship Id="rId10" Type="http://schemas.openxmlformats.org/officeDocument/2006/relationships/image" Target="../media/image164.emf"/><Relationship Id="rId1" Type="http://schemas.openxmlformats.org/officeDocument/2006/relationships/image" Target="../media/image155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emf"/><Relationship Id="rId8" Type="http://schemas.openxmlformats.org/officeDocument/2006/relationships/image" Target="../media/image174.emf"/><Relationship Id="rId7" Type="http://schemas.openxmlformats.org/officeDocument/2006/relationships/image" Target="../media/image173.emf"/><Relationship Id="rId6" Type="http://schemas.openxmlformats.org/officeDocument/2006/relationships/image" Target="../media/image172.emf"/><Relationship Id="rId5" Type="http://schemas.openxmlformats.org/officeDocument/2006/relationships/image" Target="../media/image171.emf"/><Relationship Id="rId4" Type="http://schemas.openxmlformats.org/officeDocument/2006/relationships/image" Target="../media/image170.emf"/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3" Type="http://schemas.openxmlformats.org/officeDocument/2006/relationships/image" Target="../media/image179.emf"/><Relationship Id="rId12" Type="http://schemas.openxmlformats.org/officeDocument/2006/relationships/image" Target="../media/image178.emf"/><Relationship Id="rId11" Type="http://schemas.openxmlformats.org/officeDocument/2006/relationships/image" Target="../media/image177.emf"/><Relationship Id="rId10" Type="http://schemas.openxmlformats.org/officeDocument/2006/relationships/image" Target="../media/image176.emf"/><Relationship Id="rId1" Type="http://schemas.openxmlformats.org/officeDocument/2006/relationships/image" Target="../media/image167.e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emf"/><Relationship Id="rId8" Type="http://schemas.openxmlformats.org/officeDocument/2006/relationships/image" Target="../media/image187.emf"/><Relationship Id="rId7" Type="http://schemas.openxmlformats.org/officeDocument/2006/relationships/image" Target="../media/image186.emf"/><Relationship Id="rId6" Type="http://schemas.openxmlformats.org/officeDocument/2006/relationships/image" Target="../media/image185.emf"/><Relationship Id="rId5" Type="http://schemas.openxmlformats.org/officeDocument/2006/relationships/image" Target="../media/image184.emf"/><Relationship Id="rId4" Type="http://schemas.openxmlformats.org/officeDocument/2006/relationships/image" Target="../media/image183.emf"/><Relationship Id="rId3" Type="http://schemas.openxmlformats.org/officeDocument/2006/relationships/image" Target="../media/image182.emf"/><Relationship Id="rId2" Type="http://schemas.openxmlformats.org/officeDocument/2006/relationships/image" Target="../media/image181.emf"/><Relationship Id="rId16" Type="http://schemas.openxmlformats.org/officeDocument/2006/relationships/image" Target="../media/image195.emf"/><Relationship Id="rId15" Type="http://schemas.openxmlformats.org/officeDocument/2006/relationships/image" Target="../media/image194.emf"/><Relationship Id="rId14" Type="http://schemas.openxmlformats.org/officeDocument/2006/relationships/image" Target="../media/image193.emf"/><Relationship Id="rId13" Type="http://schemas.openxmlformats.org/officeDocument/2006/relationships/image" Target="../media/image192.emf"/><Relationship Id="rId12" Type="http://schemas.openxmlformats.org/officeDocument/2006/relationships/image" Target="../media/image191.emf"/><Relationship Id="rId11" Type="http://schemas.openxmlformats.org/officeDocument/2006/relationships/image" Target="../media/image190.emf"/><Relationship Id="rId10" Type="http://schemas.openxmlformats.org/officeDocument/2006/relationships/image" Target="../media/image189.emf"/><Relationship Id="rId1" Type="http://schemas.openxmlformats.org/officeDocument/2006/relationships/image" Target="../media/image18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48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slide" Target="slide3.xml"/><Relationship Id="rId2" Type="http://schemas.openxmlformats.org/officeDocument/2006/relationships/slide" Target="slide9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8.png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12.e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emf"/><Relationship Id="rId3" Type="http://schemas.openxmlformats.org/officeDocument/2006/relationships/oleObject" Target="../embeddings/oleObject3.bin"/><Relationship Id="rId25" Type="http://schemas.openxmlformats.org/officeDocument/2006/relationships/vmlDrawing" Target="../drawings/vmlDrawing2.vml"/><Relationship Id="rId24" Type="http://schemas.openxmlformats.org/officeDocument/2006/relationships/slideLayout" Target="../slideLayouts/slideLayout6.xml"/><Relationship Id="rId23" Type="http://schemas.openxmlformats.org/officeDocument/2006/relationships/image" Target="../media/image7.jpeg"/><Relationship Id="rId22" Type="http://schemas.openxmlformats.org/officeDocument/2006/relationships/image" Target="../media/image6.jpeg"/><Relationship Id="rId21" Type="http://schemas.openxmlformats.org/officeDocument/2006/relationships/image" Target="../media/image5.jpeg"/><Relationship Id="rId20" Type="http://schemas.openxmlformats.org/officeDocument/2006/relationships/image" Target="../media/image4.jpeg"/><Relationship Id="rId2" Type="http://schemas.openxmlformats.org/officeDocument/2006/relationships/image" Target="../media/image9.emf"/><Relationship Id="rId19" Type="http://schemas.openxmlformats.org/officeDocument/2006/relationships/image" Target="../media/image3.jpeg"/><Relationship Id="rId18" Type="http://schemas.openxmlformats.org/officeDocument/2006/relationships/image" Target="../media/image2.jpeg"/><Relationship Id="rId17" Type="http://schemas.openxmlformats.org/officeDocument/2006/relationships/slide" Target="slide3.xml"/><Relationship Id="rId16" Type="http://schemas.openxmlformats.org/officeDocument/2006/relationships/image" Target="../media/image16.e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15.e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4.e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13.e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0.e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emf"/><Relationship Id="rId33" Type="http://schemas.openxmlformats.org/officeDocument/2006/relationships/vmlDrawing" Target="../drawings/vmlDrawing3.vml"/><Relationship Id="rId32" Type="http://schemas.openxmlformats.org/officeDocument/2006/relationships/slideLayout" Target="../slideLayouts/slideLayout6.xml"/><Relationship Id="rId31" Type="http://schemas.openxmlformats.org/officeDocument/2006/relationships/image" Target="../media/image7.jpeg"/><Relationship Id="rId30" Type="http://schemas.openxmlformats.org/officeDocument/2006/relationships/image" Target="../media/image6.jpeg"/><Relationship Id="rId3" Type="http://schemas.openxmlformats.org/officeDocument/2006/relationships/oleObject" Target="../embeddings/oleObject11.bin"/><Relationship Id="rId29" Type="http://schemas.openxmlformats.org/officeDocument/2006/relationships/image" Target="../media/image5.jpeg"/><Relationship Id="rId28" Type="http://schemas.openxmlformats.org/officeDocument/2006/relationships/image" Target="../media/image4.jpeg"/><Relationship Id="rId27" Type="http://schemas.openxmlformats.org/officeDocument/2006/relationships/image" Target="../media/image3.jpeg"/><Relationship Id="rId26" Type="http://schemas.openxmlformats.org/officeDocument/2006/relationships/image" Target="../media/image2.jpeg"/><Relationship Id="rId25" Type="http://schemas.openxmlformats.org/officeDocument/2006/relationships/slide" Target="slide3.xml"/><Relationship Id="rId24" Type="http://schemas.openxmlformats.org/officeDocument/2006/relationships/image" Target="../media/image28.emf"/><Relationship Id="rId23" Type="http://schemas.openxmlformats.org/officeDocument/2006/relationships/oleObject" Target="../embeddings/oleObject21.bin"/><Relationship Id="rId22" Type="http://schemas.openxmlformats.org/officeDocument/2006/relationships/image" Target="../media/image27.emf"/><Relationship Id="rId21" Type="http://schemas.openxmlformats.org/officeDocument/2006/relationships/oleObject" Target="../embeddings/oleObject20.bin"/><Relationship Id="rId20" Type="http://schemas.openxmlformats.org/officeDocument/2006/relationships/image" Target="../media/image26.emf"/><Relationship Id="rId2" Type="http://schemas.openxmlformats.org/officeDocument/2006/relationships/image" Target="../media/image17.emf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25.emf"/><Relationship Id="rId17" Type="http://schemas.openxmlformats.org/officeDocument/2006/relationships/oleObject" Target="../embeddings/oleObject18.bin"/><Relationship Id="rId16" Type="http://schemas.openxmlformats.org/officeDocument/2006/relationships/image" Target="../media/image24.e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23.e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22.e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21.emf"/><Relationship Id="rId1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32.e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0.emf"/><Relationship Id="rId37" Type="http://schemas.openxmlformats.org/officeDocument/2006/relationships/vmlDrawing" Target="../drawings/vmlDrawing4.vml"/><Relationship Id="rId36" Type="http://schemas.openxmlformats.org/officeDocument/2006/relationships/slideLayout" Target="../slideLayouts/slideLayout6.xml"/><Relationship Id="rId35" Type="http://schemas.openxmlformats.org/officeDocument/2006/relationships/image" Target="../media/image7.jpeg"/><Relationship Id="rId34" Type="http://schemas.openxmlformats.org/officeDocument/2006/relationships/image" Target="../media/image6.jpeg"/><Relationship Id="rId33" Type="http://schemas.openxmlformats.org/officeDocument/2006/relationships/image" Target="../media/image5.jpeg"/><Relationship Id="rId32" Type="http://schemas.openxmlformats.org/officeDocument/2006/relationships/image" Target="../media/image4.jpeg"/><Relationship Id="rId31" Type="http://schemas.openxmlformats.org/officeDocument/2006/relationships/image" Target="../media/image3.jpeg"/><Relationship Id="rId30" Type="http://schemas.openxmlformats.org/officeDocument/2006/relationships/image" Target="../media/image2.jpeg"/><Relationship Id="rId3" Type="http://schemas.openxmlformats.org/officeDocument/2006/relationships/oleObject" Target="../embeddings/oleObject23.bin"/><Relationship Id="rId29" Type="http://schemas.openxmlformats.org/officeDocument/2006/relationships/slide" Target="slide3.xml"/><Relationship Id="rId28" Type="http://schemas.openxmlformats.org/officeDocument/2006/relationships/image" Target="../media/image42.emf"/><Relationship Id="rId27" Type="http://schemas.openxmlformats.org/officeDocument/2006/relationships/oleObject" Target="../embeddings/oleObject35.bin"/><Relationship Id="rId26" Type="http://schemas.openxmlformats.org/officeDocument/2006/relationships/image" Target="../media/image41.e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40.e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9.e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38.emf"/><Relationship Id="rId2" Type="http://schemas.openxmlformats.org/officeDocument/2006/relationships/image" Target="../media/image29.e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37.e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36.e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35.e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34.e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33.emf"/><Relationship Id="rId1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6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4.emf"/><Relationship Id="rId3" Type="http://schemas.openxmlformats.org/officeDocument/2006/relationships/oleObject" Target="../embeddings/oleObject37.bin"/><Relationship Id="rId21" Type="http://schemas.openxmlformats.org/officeDocument/2006/relationships/vmlDrawing" Target="../drawings/vmlDrawing5.v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43.emf"/><Relationship Id="rId19" Type="http://schemas.openxmlformats.org/officeDocument/2006/relationships/image" Target="../media/image7.jpeg"/><Relationship Id="rId18" Type="http://schemas.openxmlformats.org/officeDocument/2006/relationships/image" Target="../media/image6.jpeg"/><Relationship Id="rId17" Type="http://schemas.openxmlformats.org/officeDocument/2006/relationships/image" Target="../media/image5.jpeg"/><Relationship Id="rId16" Type="http://schemas.openxmlformats.org/officeDocument/2006/relationships/image" Target="../media/image4.jpeg"/><Relationship Id="rId15" Type="http://schemas.openxmlformats.org/officeDocument/2006/relationships/image" Target="../media/image3.jpeg"/><Relationship Id="rId14" Type="http://schemas.openxmlformats.org/officeDocument/2006/relationships/image" Target="../media/image2.jpeg"/><Relationship Id="rId13" Type="http://schemas.openxmlformats.org/officeDocument/2006/relationships/slide" Target="slide3.xml"/><Relationship Id="rId12" Type="http://schemas.openxmlformats.org/officeDocument/2006/relationships/image" Target="../media/image48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7.emf"/><Relationship Id="rId1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52.e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0.emf"/><Relationship Id="rId3" Type="http://schemas.openxmlformats.org/officeDocument/2006/relationships/oleObject" Target="../embeddings/oleObject43.bin"/><Relationship Id="rId21" Type="http://schemas.openxmlformats.org/officeDocument/2006/relationships/vmlDrawing" Target="../drawings/vmlDrawing6.v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49.emf"/><Relationship Id="rId19" Type="http://schemas.openxmlformats.org/officeDocument/2006/relationships/image" Target="../media/image7.jpeg"/><Relationship Id="rId18" Type="http://schemas.openxmlformats.org/officeDocument/2006/relationships/image" Target="../media/image6.jpeg"/><Relationship Id="rId17" Type="http://schemas.openxmlformats.org/officeDocument/2006/relationships/image" Target="../media/image5.jpeg"/><Relationship Id="rId16" Type="http://schemas.openxmlformats.org/officeDocument/2006/relationships/image" Target="../media/image4.jpeg"/><Relationship Id="rId15" Type="http://schemas.openxmlformats.org/officeDocument/2006/relationships/image" Target="../media/image3.jpeg"/><Relationship Id="rId14" Type="http://schemas.openxmlformats.org/officeDocument/2006/relationships/image" Target="../media/image2.jpeg"/><Relationship Id="rId13" Type="http://schemas.openxmlformats.org/officeDocument/2006/relationships/slide" Target="slide3.xml"/><Relationship Id="rId12" Type="http://schemas.openxmlformats.org/officeDocument/2006/relationships/image" Target="../media/image54.e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53.emf"/><Relationship Id="rId1" Type="http://schemas.openxmlformats.org/officeDocument/2006/relationships/oleObject" Target="../embeddings/oleObject42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6.emf"/><Relationship Id="rId35" Type="http://schemas.openxmlformats.org/officeDocument/2006/relationships/vmlDrawing" Target="../drawings/vmlDrawing7.vml"/><Relationship Id="rId34" Type="http://schemas.openxmlformats.org/officeDocument/2006/relationships/slideLayout" Target="../slideLayouts/slideLayout6.xml"/><Relationship Id="rId33" Type="http://schemas.openxmlformats.org/officeDocument/2006/relationships/image" Target="../media/image7.jpeg"/><Relationship Id="rId32" Type="http://schemas.openxmlformats.org/officeDocument/2006/relationships/image" Target="../media/image6.jpeg"/><Relationship Id="rId31" Type="http://schemas.openxmlformats.org/officeDocument/2006/relationships/image" Target="../media/image5.jpeg"/><Relationship Id="rId30" Type="http://schemas.openxmlformats.org/officeDocument/2006/relationships/image" Target="../media/image4.jpeg"/><Relationship Id="rId3" Type="http://schemas.openxmlformats.org/officeDocument/2006/relationships/oleObject" Target="../embeddings/oleObject49.bin"/><Relationship Id="rId29" Type="http://schemas.openxmlformats.org/officeDocument/2006/relationships/image" Target="../media/image3.jpeg"/><Relationship Id="rId28" Type="http://schemas.openxmlformats.org/officeDocument/2006/relationships/image" Target="../media/image2.jpeg"/><Relationship Id="rId27" Type="http://schemas.openxmlformats.org/officeDocument/2006/relationships/slide" Target="slide3.xml"/><Relationship Id="rId26" Type="http://schemas.openxmlformats.org/officeDocument/2006/relationships/image" Target="../media/image67.emf"/><Relationship Id="rId25" Type="http://schemas.openxmlformats.org/officeDocument/2006/relationships/oleObject" Target="../embeddings/oleObject60.bin"/><Relationship Id="rId24" Type="http://schemas.openxmlformats.org/officeDocument/2006/relationships/image" Target="../media/image66.emf"/><Relationship Id="rId23" Type="http://schemas.openxmlformats.org/officeDocument/2006/relationships/oleObject" Target="../embeddings/oleObject59.bin"/><Relationship Id="rId22" Type="http://schemas.openxmlformats.org/officeDocument/2006/relationships/image" Target="../media/image65.emf"/><Relationship Id="rId21" Type="http://schemas.openxmlformats.org/officeDocument/2006/relationships/oleObject" Target="../embeddings/oleObject58.bin"/><Relationship Id="rId20" Type="http://schemas.openxmlformats.org/officeDocument/2006/relationships/image" Target="../media/image64.emf"/><Relationship Id="rId2" Type="http://schemas.openxmlformats.org/officeDocument/2006/relationships/image" Target="../media/image55.emf"/><Relationship Id="rId19" Type="http://schemas.openxmlformats.org/officeDocument/2006/relationships/oleObject" Target="../embeddings/oleObject57.bin"/><Relationship Id="rId18" Type="http://schemas.openxmlformats.org/officeDocument/2006/relationships/image" Target="../media/image63.e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62.e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61.e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60.e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9.emf"/><Relationship Id="rId1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71.e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70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9.emf"/><Relationship Id="rId33" Type="http://schemas.openxmlformats.org/officeDocument/2006/relationships/vmlDrawing" Target="../drawings/vmlDrawing8.vml"/><Relationship Id="rId32" Type="http://schemas.openxmlformats.org/officeDocument/2006/relationships/slideLayout" Target="../slideLayouts/slideLayout6.xml"/><Relationship Id="rId31" Type="http://schemas.openxmlformats.org/officeDocument/2006/relationships/image" Target="../media/image7.jpeg"/><Relationship Id="rId30" Type="http://schemas.openxmlformats.org/officeDocument/2006/relationships/image" Target="../media/image6.jpeg"/><Relationship Id="rId3" Type="http://schemas.openxmlformats.org/officeDocument/2006/relationships/oleObject" Target="../embeddings/oleObject62.bin"/><Relationship Id="rId29" Type="http://schemas.openxmlformats.org/officeDocument/2006/relationships/image" Target="../media/image5.jpeg"/><Relationship Id="rId28" Type="http://schemas.openxmlformats.org/officeDocument/2006/relationships/image" Target="../media/image4.jpeg"/><Relationship Id="rId27" Type="http://schemas.openxmlformats.org/officeDocument/2006/relationships/image" Target="../media/image3.jpeg"/><Relationship Id="rId26" Type="http://schemas.openxmlformats.org/officeDocument/2006/relationships/image" Target="../media/image2.jpeg"/><Relationship Id="rId25" Type="http://schemas.openxmlformats.org/officeDocument/2006/relationships/slide" Target="slide3.xml"/><Relationship Id="rId24" Type="http://schemas.openxmlformats.org/officeDocument/2006/relationships/image" Target="../media/image79.emf"/><Relationship Id="rId23" Type="http://schemas.openxmlformats.org/officeDocument/2006/relationships/oleObject" Target="../embeddings/oleObject72.bin"/><Relationship Id="rId22" Type="http://schemas.openxmlformats.org/officeDocument/2006/relationships/image" Target="../media/image78.e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77.emf"/><Relationship Id="rId2" Type="http://schemas.openxmlformats.org/officeDocument/2006/relationships/image" Target="../media/image68.e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76.e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75.e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74.e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73.e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72.emf"/><Relationship Id="rId1" Type="http://schemas.openxmlformats.org/officeDocument/2006/relationships/oleObject" Target="../embeddings/oleObject6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83.e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81.emf"/><Relationship Id="rId35" Type="http://schemas.openxmlformats.org/officeDocument/2006/relationships/vmlDrawing" Target="../drawings/vmlDrawing9.vml"/><Relationship Id="rId34" Type="http://schemas.openxmlformats.org/officeDocument/2006/relationships/slideLayout" Target="../slideLayouts/slideLayout6.xml"/><Relationship Id="rId33" Type="http://schemas.openxmlformats.org/officeDocument/2006/relationships/image" Target="../media/image7.jpeg"/><Relationship Id="rId32" Type="http://schemas.openxmlformats.org/officeDocument/2006/relationships/image" Target="../media/image6.jpeg"/><Relationship Id="rId31" Type="http://schemas.openxmlformats.org/officeDocument/2006/relationships/image" Target="../media/image5.jpeg"/><Relationship Id="rId30" Type="http://schemas.openxmlformats.org/officeDocument/2006/relationships/image" Target="../media/image4.jpeg"/><Relationship Id="rId3" Type="http://schemas.openxmlformats.org/officeDocument/2006/relationships/oleObject" Target="../embeddings/oleObject74.bin"/><Relationship Id="rId29" Type="http://schemas.openxmlformats.org/officeDocument/2006/relationships/image" Target="../media/image3.jpeg"/><Relationship Id="rId28" Type="http://schemas.openxmlformats.org/officeDocument/2006/relationships/image" Target="../media/image2.jpeg"/><Relationship Id="rId27" Type="http://schemas.openxmlformats.org/officeDocument/2006/relationships/slide" Target="slide3.xml"/><Relationship Id="rId26" Type="http://schemas.openxmlformats.org/officeDocument/2006/relationships/image" Target="../media/image92.emf"/><Relationship Id="rId25" Type="http://schemas.openxmlformats.org/officeDocument/2006/relationships/oleObject" Target="../embeddings/oleObject85.bin"/><Relationship Id="rId24" Type="http://schemas.openxmlformats.org/officeDocument/2006/relationships/image" Target="../media/image91.emf"/><Relationship Id="rId23" Type="http://schemas.openxmlformats.org/officeDocument/2006/relationships/oleObject" Target="../embeddings/oleObject84.bin"/><Relationship Id="rId22" Type="http://schemas.openxmlformats.org/officeDocument/2006/relationships/image" Target="../media/image90.emf"/><Relationship Id="rId21" Type="http://schemas.openxmlformats.org/officeDocument/2006/relationships/oleObject" Target="../embeddings/oleObject83.bin"/><Relationship Id="rId20" Type="http://schemas.openxmlformats.org/officeDocument/2006/relationships/image" Target="../media/image89.emf"/><Relationship Id="rId2" Type="http://schemas.openxmlformats.org/officeDocument/2006/relationships/image" Target="../media/image80.emf"/><Relationship Id="rId19" Type="http://schemas.openxmlformats.org/officeDocument/2006/relationships/oleObject" Target="../embeddings/oleObject82.bin"/><Relationship Id="rId18" Type="http://schemas.openxmlformats.org/officeDocument/2006/relationships/image" Target="../media/image88.emf"/><Relationship Id="rId17" Type="http://schemas.openxmlformats.org/officeDocument/2006/relationships/oleObject" Target="../embeddings/oleObject81.bin"/><Relationship Id="rId16" Type="http://schemas.openxmlformats.org/officeDocument/2006/relationships/image" Target="../media/image87.e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86.e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85.e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84.emf"/><Relationship Id="rId1" Type="http://schemas.openxmlformats.org/officeDocument/2006/relationships/oleObject" Target="../embeddings/oleObject7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6.e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95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4.emf"/><Relationship Id="rId39" Type="http://schemas.openxmlformats.org/officeDocument/2006/relationships/vmlDrawing" Target="../drawings/vmlDrawing10.vml"/><Relationship Id="rId38" Type="http://schemas.openxmlformats.org/officeDocument/2006/relationships/slideLayout" Target="../slideLayouts/slideLayout6.xml"/><Relationship Id="rId37" Type="http://schemas.openxmlformats.org/officeDocument/2006/relationships/image" Target="../media/image7.jpeg"/><Relationship Id="rId36" Type="http://schemas.openxmlformats.org/officeDocument/2006/relationships/image" Target="../media/image6.jpeg"/><Relationship Id="rId35" Type="http://schemas.openxmlformats.org/officeDocument/2006/relationships/image" Target="../media/image5.jpeg"/><Relationship Id="rId34" Type="http://schemas.openxmlformats.org/officeDocument/2006/relationships/image" Target="../media/image4.jpeg"/><Relationship Id="rId33" Type="http://schemas.openxmlformats.org/officeDocument/2006/relationships/image" Target="../media/image3.jpeg"/><Relationship Id="rId32" Type="http://schemas.openxmlformats.org/officeDocument/2006/relationships/image" Target="../media/image2.jpeg"/><Relationship Id="rId31" Type="http://schemas.openxmlformats.org/officeDocument/2006/relationships/slide" Target="slide3.xml"/><Relationship Id="rId30" Type="http://schemas.openxmlformats.org/officeDocument/2006/relationships/image" Target="../media/image107.emf"/><Relationship Id="rId3" Type="http://schemas.openxmlformats.org/officeDocument/2006/relationships/oleObject" Target="../embeddings/oleObject87.bin"/><Relationship Id="rId29" Type="http://schemas.openxmlformats.org/officeDocument/2006/relationships/oleObject" Target="../embeddings/oleObject100.bin"/><Relationship Id="rId28" Type="http://schemas.openxmlformats.org/officeDocument/2006/relationships/image" Target="../media/image106.emf"/><Relationship Id="rId27" Type="http://schemas.openxmlformats.org/officeDocument/2006/relationships/oleObject" Target="../embeddings/oleObject99.bin"/><Relationship Id="rId26" Type="http://schemas.openxmlformats.org/officeDocument/2006/relationships/image" Target="../media/image105.emf"/><Relationship Id="rId25" Type="http://schemas.openxmlformats.org/officeDocument/2006/relationships/oleObject" Target="../embeddings/oleObject98.bin"/><Relationship Id="rId24" Type="http://schemas.openxmlformats.org/officeDocument/2006/relationships/image" Target="../media/image104.emf"/><Relationship Id="rId23" Type="http://schemas.openxmlformats.org/officeDocument/2006/relationships/oleObject" Target="../embeddings/oleObject97.bin"/><Relationship Id="rId22" Type="http://schemas.openxmlformats.org/officeDocument/2006/relationships/image" Target="../media/image103.emf"/><Relationship Id="rId21" Type="http://schemas.openxmlformats.org/officeDocument/2006/relationships/oleObject" Target="../embeddings/oleObject96.bin"/><Relationship Id="rId20" Type="http://schemas.openxmlformats.org/officeDocument/2006/relationships/image" Target="../media/image102.emf"/><Relationship Id="rId2" Type="http://schemas.openxmlformats.org/officeDocument/2006/relationships/image" Target="../media/image93.emf"/><Relationship Id="rId19" Type="http://schemas.openxmlformats.org/officeDocument/2006/relationships/oleObject" Target="../embeddings/oleObject95.bin"/><Relationship Id="rId18" Type="http://schemas.openxmlformats.org/officeDocument/2006/relationships/image" Target="../media/image101.emf"/><Relationship Id="rId17" Type="http://schemas.openxmlformats.org/officeDocument/2006/relationships/oleObject" Target="../embeddings/oleObject94.bin"/><Relationship Id="rId16" Type="http://schemas.openxmlformats.org/officeDocument/2006/relationships/image" Target="../media/image100.e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9.e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8.e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7.emf"/><Relationship Id="rId1" Type="http://schemas.openxmlformats.org/officeDocument/2006/relationships/oleObject" Target="../embeddings/oleObject8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111.e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10.emf"/><Relationship Id="rId53" Type="http://schemas.openxmlformats.org/officeDocument/2006/relationships/vmlDrawing" Target="../drawings/vmlDrawing11.vml"/><Relationship Id="rId52" Type="http://schemas.openxmlformats.org/officeDocument/2006/relationships/slideLayout" Target="../slideLayouts/slideLayout6.xml"/><Relationship Id="rId51" Type="http://schemas.openxmlformats.org/officeDocument/2006/relationships/image" Target="../media/image7.jpeg"/><Relationship Id="rId50" Type="http://schemas.openxmlformats.org/officeDocument/2006/relationships/image" Target="../media/image6.jpeg"/><Relationship Id="rId5" Type="http://schemas.openxmlformats.org/officeDocument/2006/relationships/oleObject" Target="../embeddings/oleObject103.bin"/><Relationship Id="rId49" Type="http://schemas.openxmlformats.org/officeDocument/2006/relationships/image" Target="../media/image5.jpeg"/><Relationship Id="rId48" Type="http://schemas.openxmlformats.org/officeDocument/2006/relationships/image" Target="../media/image4.jpeg"/><Relationship Id="rId47" Type="http://schemas.openxmlformats.org/officeDocument/2006/relationships/image" Target="../media/image3.jpeg"/><Relationship Id="rId46" Type="http://schemas.openxmlformats.org/officeDocument/2006/relationships/image" Target="../media/image2.jpeg"/><Relationship Id="rId45" Type="http://schemas.openxmlformats.org/officeDocument/2006/relationships/slide" Target="slide3.xml"/><Relationship Id="rId44" Type="http://schemas.openxmlformats.org/officeDocument/2006/relationships/image" Target="../media/image129.emf"/><Relationship Id="rId43" Type="http://schemas.openxmlformats.org/officeDocument/2006/relationships/oleObject" Target="../embeddings/oleObject122.bin"/><Relationship Id="rId42" Type="http://schemas.openxmlformats.org/officeDocument/2006/relationships/image" Target="../media/image128.emf"/><Relationship Id="rId41" Type="http://schemas.openxmlformats.org/officeDocument/2006/relationships/oleObject" Target="../embeddings/oleObject121.bin"/><Relationship Id="rId40" Type="http://schemas.openxmlformats.org/officeDocument/2006/relationships/image" Target="../media/image127.emf"/><Relationship Id="rId4" Type="http://schemas.openxmlformats.org/officeDocument/2006/relationships/image" Target="../media/image109.emf"/><Relationship Id="rId39" Type="http://schemas.openxmlformats.org/officeDocument/2006/relationships/oleObject" Target="../embeddings/oleObject120.bin"/><Relationship Id="rId38" Type="http://schemas.openxmlformats.org/officeDocument/2006/relationships/image" Target="../media/image126.emf"/><Relationship Id="rId37" Type="http://schemas.openxmlformats.org/officeDocument/2006/relationships/oleObject" Target="../embeddings/oleObject119.bin"/><Relationship Id="rId36" Type="http://schemas.openxmlformats.org/officeDocument/2006/relationships/image" Target="../media/image125.emf"/><Relationship Id="rId35" Type="http://schemas.openxmlformats.org/officeDocument/2006/relationships/oleObject" Target="../embeddings/oleObject118.bin"/><Relationship Id="rId34" Type="http://schemas.openxmlformats.org/officeDocument/2006/relationships/image" Target="../media/image124.emf"/><Relationship Id="rId33" Type="http://schemas.openxmlformats.org/officeDocument/2006/relationships/oleObject" Target="../embeddings/oleObject117.bin"/><Relationship Id="rId32" Type="http://schemas.openxmlformats.org/officeDocument/2006/relationships/image" Target="../media/image123.emf"/><Relationship Id="rId31" Type="http://schemas.openxmlformats.org/officeDocument/2006/relationships/oleObject" Target="../embeddings/oleObject116.bin"/><Relationship Id="rId30" Type="http://schemas.openxmlformats.org/officeDocument/2006/relationships/image" Target="../media/image122.emf"/><Relationship Id="rId3" Type="http://schemas.openxmlformats.org/officeDocument/2006/relationships/oleObject" Target="../embeddings/oleObject102.bin"/><Relationship Id="rId29" Type="http://schemas.openxmlformats.org/officeDocument/2006/relationships/oleObject" Target="../embeddings/oleObject115.bin"/><Relationship Id="rId28" Type="http://schemas.openxmlformats.org/officeDocument/2006/relationships/image" Target="../media/image121.emf"/><Relationship Id="rId27" Type="http://schemas.openxmlformats.org/officeDocument/2006/relationships/oleObject" Target="../embeddings/oleObject114.bin"/><Relationship Id="rId26" Type="http://schemas.openxmlformats.org/officeDocument/2006/relationships/image" Target="../media/image120.emf"/><Relationship Id="rId25" Type="http://schemas.openxmlformats.org/officeDocument/2006/relationships/oleObject" Target="../embeddings/oleObject113.bin"/><Relationship Id="rId24" Type="http://schemas.openxmlformats.org/officeDocument/2006/relationships/image" Target="../media/image119.emf"/><Relationship Id="rId23" Type="http://schemas.openxmlformats.org/officeDocument/2006/relationships/oleObject" Target="../embeddings/oleObject112.bin"/><Relationship Id="rId22" Type="http://schemas.openxmlformats.org/officeDocument/2006/relationships/image" Target="../media/image118.emf"/><Relationship Id="rId21" Type="http://schemas.openxmlformats.org/officeDocument/2006/relationships/oleObject" Target="../embeddings/oleObject111.bin"/><Relationship Id="rId20" Type="http://schemas.openxmlformats.org/officeDocument/2006/relationships/image" Target="../media/image117.emf"/><Relationship Id="rId2" Type="http://schemas.openxmlformats.org/officeDocument/2006/relationships/image" Target="../media/image108.emf"/><Relationship Id="rId19" Type="http://schemas.openxmlformats.org/officeDocument/2006/relationships/oleObject" Target="../embeddings/oleObject110.bin"/><Relationship Id="rId18" Type="http://schemas.openxmlformats.org/officeDocument/2006/relationships/image" Target="../media/image116.emf"/><Relationship Id="rId17" Type="http://schemas.openxmlformats.org/officeDocument/2006/relationships/oleObject" Target="../embeddings/oleObject109.bin"/><Relationship Id="rId16" Type="http://schemas.openxmlformats.org/officeDocument/2006/relationships/image" Target="../media/image115.emf"/><Relationship Id="rId15" Type="http://schemas.openxmlformats.org/officeDocument/2006/relationships/oleObject" Target="../embeddings/oleObject108.bin"/><Relationship Id="rId14" Type="http://schemas.openxmlformats.org/officeDocument/2006/relationships/image" Target="../media/image114.emf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113.e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112.emf"/><Relationship Id="rId1" Type="http://schemas.openxmlformats.org/officeDocument/2006/relationships/oleObject" Target="../embeddings/oleObject10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33.e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25.bin"/><Relationship Id="rId41" Type="http://schemas.openxmlformats.org/officeDocument/2006/relationships/vmlDrawing" Target="../drawings/vmlDrawing12.vml"/><Relationship Id="rId40" Type="http://schemas.openxmlformats.org/officeDocument/2006/relationships/slideLayout" Target="../slideLayouts/slideLayout6.xml"/><Relationship Id="rId4" Type="http://schemas.openxmlformats.org/officeDocument/2006/relationships/image" Target="../media/image131.emf"/><Relationship Id="rId39" Type="http://schemas.openxmlformats.org/officeDocument/2006/relationships/image" Target="../media/image7.jpeg"/><Relationship Id="rId38" Type="http://schemas.openxmlformats.org/officeDocument/2006/relationships/image" Target="../media/image6.jpeg"/><Relationship Id="rId37" Type="http://schemas.openxmlformats.org/officeDocument/2006/relationships/image" Target="../media/image5.jpeg"/><Relationship Id="rId36" Type="http://schemas.openxmlformats.org/officeDocument/2006/relationships/image" Target="../media/image4.jpeg"/><Relationship Id="rId35" Type="http://schemas.openxmlformats.org/officeDocument/2006/relationships/image" Target="../media/image3.jpeg"/><Relationship Id="rId34" Type="http://schemas.openxmlformats.org/officeDocument/2006/relationships/image" Target="../media/image2.jpeg"/><Relationship Id="rId33" Type="http://schemas.openxmlformats.org/officeDocument/2006/relationships/slide" Target="slide3.xml"/><Relationship Id="rId32" Type="http://schemas.openxmlformats.org/officeDocument/2006/relationships/image" Target="../media/image145.emf"/><Relationship Id="rId31" Type="http://schemas.openxmlformats.org/officeDocument/2006/relationships/oleObject" Target="../embeddings/oleObject138.bin"/><Relationship Id="rId30" Type="http://schemas.openxmlformats.org/officeDocument/2006/relationships/image" Target="../media/image144.emf"/><Relationship Id="rId3" Type="http://schemas.openxmlformats.org/officeDocument/2006/relationships/oleObject" Target="../embeddings/oleObject124.bin"/><Relationship Id="rId29" Type="http://schemas.openxmlformats.org/officeDocument/2006/relationships/oleObject" Target="../embeddings/oleObject137.bin"/><Relationship Id="rId28" Type="http://schemas.openxmlformats.org/officeDocument/2006/relationships/image" Target="../media/image143.emf"/><Relationship Id="rId27" Type="http://schemas.openxmlformats.org/officeDocument/2006/relationships/oleObject" Target="../embeddings/oleObject136.bin"/><Relationship Id="rId26" Type="http://schemas.openxmlformats.org/officeDocument/2006/relationships/image" Target="../media/image142.emf"/><Relationship Id="rId25" Type="http://schemas.openxmlformats.org/officeDocument/2006/relationships/oleObject" Target="../embeddings/oleObject135.bin"/><Relationship Id="rId24" Type="http://schemas.openxmlformats.org/officeDocument/2006/relationships/image" Target="../media/image141.emf"/><Relationship Id="rId23" Type="http://schemas.openxmlformats.org/officeDocument/2006/relationships/oleObject" Target="../embeddings/oleObject134.bin"/><Relationship Id="rId22" Type="http://schemas.openxmlformats.org/officeDocument/2006/relationships/image" Target="../media/image140.emf"/><Relationship Id="rId21" Type="http://schemas.openxmlformats.org/officeDocument/2006/relationships/oleObject" Target="../embeddings/oleObject133.bin"/><Relationship Id="rId20" Type="http://schemas.openxmlformats.org/officeDocument/2006/relationships/image" Target="../media/image139.emf"/><Relationship Id="rId2" Type="http://schemas.openxmlformats.org/officeDocument/2006/relationships/image" Target="../media/image130.emf"/><Relationship Id="rId19" Type="http://schemas.openxmlformats.org/officeDocument/2006/relationships/oleObject" Target="../embeddings/oleObject132.bin"/><Relationship Id="rId18" Type="http://schemas.openxmlformats.org/officeDocument/2006/relationships/image" Target="../media/image138.emf"/><Relationship Id="rId17" Type="http://schemas.openxmlformats.org/officeDocument/2006/relationships/oleObject" Target="../embeddings/oleObject131.bin"/><Relationship Id="rId16" Type="http://schemas.openxmlformats.org/officeDocument/2006/relationships/image" Target="../media/image137.emf"/><Relationship Id="rId15" Type="http://schemas.openxmlformats.org/officeDocument/2006/relationships/oleObject" Target="../embeddings/oleObject130.bin"/><Relationship Id="rId14" Type="http://schemas.openxmlformats.org/officeDocument/2006/relationships/image" Target="../media/image136.emf"/><Relationship Id="rId13" Type="http://schemas.openxmlformats.org/officeDocument/2006/relationships/oleObject" Target="../embeddings/oleObject129.bin"/><Relationship Id="rId12" Type="http://schemas.openxmlformats.org/officeDocument/2006/relationships/image" Target="../media/image135.e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34.emf"/><Relationship Id="rId1" Type="http://schemas.openxmlformats.org/officeDocument/2006/relationships/oleObject" Target="../embeddings/oleObject123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49.e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48.e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47.emf"/><Relationship Id="rId3" Type="http://schemas.openxmlformats.org/officeDocument/2006/relationships/oleObject" Target="../embeddings/oleObject140.bin"/><Relationship Id="rId27" Type="http://schemas.openxmlformats.org/officeDocument/2006/relationships/vmlDrawing" Target="../drawings/vmlDrawing13.vml"/><Relationship Id="rId26" Type="http://schemas.openxmlformats.org/officeDocument/2006/relationships/slideLayout" Target="../slideLayouts/slideLayout6.xml"/><Relationship Id="rId25" Type="http://schemas.openxmlformats.org/officeDocument/2006/relationships/image" Target="../media/image7.jpeg"/><Relationship Id="rId24" Type="http://schemas.openxmlformats.org/officeDocument/2006/relationships/image" Target="../media/image6.jpeg"/><Relationship Id="rId23" Type="http://schemas.openxmlformats.org/officeDocument/2006/relationships/image" Target="../media/image5.jpeg"/><Relationship Id="rId22" Type="http://schemas.openxmlformats.org/officeDocument/2006/relationships/image" Target="../media/image4.jpeg"/><Relationship Id="rId21" Type="http://schemas.openxmlformats.org/officeDocument/2006/relationships/image" Target="../media/image3.jpeg"/><Relationship Id="rId20" Type="http://schemas.openxmlformats.org/officeDocument/2006/relationships/image" Target="../media/image2.jpeg"/><Relationship Id="rId2" Type="http://schemas.openxmlformats.org/officeDocument/2006/relationships/image" Target="../media/image146.emf"/><Relationship Id="rId19" Type="http://schemas.openxmlformats.org/officeDocument/2006/relationships/slide" Target="slide3.xml"/><Relationship Id="rId18" Type="http://schemas.openxmlformats.org/officeDocument/2006/relationships/image" Target="../media/image154.e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153.e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152.e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51.e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50.emf"/><Relationship Id="rId1" Type="http://schemas.openxmlformats.org/officeDocument/2006/relationships/oleObject" Target="../embeddings/oleObject13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58.e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57.e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56.emf"/><Relationship Id="rId33" Type="http://schemas.openxmlformats.org/officeDocument/2006/relationships/vmlDrawing" Target="../drawings/vmlDrawing14.vml"/><Relationship Id="rId32" Type="http://schemas.openxmlformats.org/officeDocument/2006/relationships/slideLayout" Target="../slideLayouts/slideLayout6.xml"/><Relationship Id="rId31" Type="http://schemas.openxmlformats.org/officeDocument/2006/relationships/image" Target="../media/image7.jpeg"/><Relationship Id="rId30" Type="http://schemas.openxmlformats.org/officeDocument/2006/relationships/image" Target="../media/image6.jpeg"/><Relationship Id="rId3" Type="http://schemas.openxmlformats.org/officeDocument/2006/relationships/oleObject" Target="../embeddings/oleObject149.bin"/><Relationship Id="rId29" Type="http://schemas.openxmlformats.org/officeDocument/2006/relationships/image" Target="../media/image5.jpeg"/><Relationship Id="rId28" Type="http://schemas.openxmlformats.org/officeDocument/2006/relationships/image" Target="../media/image4.jpeg"/><Relationship Id="rId27" Type="http://schemas.openxmlformats.org/officeDocument/2006/relationships/image" Target="../media/image3.jpeg"/><Relationship Id="rId26" Type="http://schemas.openxmlformats.org/officeDocument/2006/relationships/image" Target="../media/image2.jpeg"/><Relationship Id="rId25" Type="http://schemas.openxmlformats.org/officeDocument/2006/relationships/slide" Target="slide3.xml"/><Relationship Id="rId24" Type="http://schemas.openxmlformats.org/officeDocument/2006/relationships/image" Target="../media/image166.emf"/><Relationship Id="rId23" Type="http://schemas.openxmlformats.org/officeDocument/2006/relationships/oleObject" Target="../embeddings/oleObject159.bin"/><Relationship Id="rId22" Type="http://schemas.openxmlformats.org/officeDocument/2006/relationships/image" Target="../media/image165.emf"/><Relationship Id="rId21" Type="http://schemas.openxmlformats.org/officeDocument/2006/relationships/oleObject" Target="../embeddings/oleObject158.bin"/><Relationship Id="rId20" Type="http://schemas.openxmlformats.org/officeDocument/2006/relationships/image" Target="../media/image164.emf"/><Relationship Id="rId2" Type="http://schemas.openxmlformats.org/officeDocument/2006/relationships/image" Target="../media/image155.emf"/><Relationship Id="rId19" Type="http://schemas.openxmlformats.org/officeDocument/2006/relationships/oleObject" Target="../embeddings/oleObject157.bin"/><Relationship Id="rId18" Type="http://schemas.openxmlformats.org/officeDocument/2006/relationships/image" Target="../media/image163.emf"/><Relationship Id="rId17" Type="http://schemas.openxmlformats.org/officeDocument/2006/relationships/oleObject" Target="../embeddings/oleObject156.bin"/><Relationship Id="rId16" Type="http://schemas.openxmlformats.org/officeDocument/2006/relationships/image" Target="../media/image162.emf"/><Relationship Id="rId15" Type="http://schemas.openxmlformats.org/officeDocument/2006/relationships/oleObject" Target="../embeddings/oleObject155.bin"/><Relationship Id="rId14" Type="http://schemas.openxmlformats.org/officeDocument/2006/relationships/image" Target="../media/image161.emf"/><Relationship Id="rId13" Type="http://schemas.openxmlformats.org/officeDocument/2006/relationships/oleObject" Target="../embeddings/oleObject154.bin"/><Relationship Id="rId12" Type="http://schemas.openxmlformats.org/officeDocument/2006/relationships/image" Target="../media/image160.e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59.emf"/><Relationship Id="rId1" Type="http://schemas.openxmlformats.org/officeDocument/2006/relationships/oleObject" Target="../embeddings/oleObject14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hyperlink" Target="D2_5&#24494;&#20998;.ppt" TargetMode="Externa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70.e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69.e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68.emf"/><Relationship Id="rId35" Type="http://schemas.openxmlformats.org/officeDocument/2006/relationships/vmlDrawing" Target="../drawings/vmlDrawing15.vml"/><Relationship Id="rId34" Type="http://schemas.openxmlformats.org/officeDocument/2006/relationships/slideLayout" Target="../slideLayouts/slideLayout6.xml"/><Relationship Id="rId33" Type="http://schemas.openxmlformats.org/officeDocument/2006/relationships/image" Target="../media/image7.jpeg"/><Relationship Id="rId32" Type="http://schemas.openxmlformats.org/officeDocument/2006/relationships/image" Target="../media/image6.jpeg"/><Relationship Id="rId31" Type="http://schemas.openxmlformats.org/officeDocument/2006/relationships/image" Target="../media/image5.jpeg"/><Relationship Id="rId30" Type="http://schemas.openxmlformats.org/officeDocument/2006/relationships/image" Target="../media/image4.jpeg"/><Relationship Id="rId3" Type="http://schemas.openxmlformats.org/officeDocument/2006/relationships/oleObject" Target="../embeddings/oleObject161.bin"/><Relationship Id="rId29" Type="http://schemas.openxmlformats.org/officeDocument/2006/relationships/image" Target="../media/image3.jpeg"/><Relationship Id="rId28" Type="http://schemas.openxmlformats.org/officeDocument/2006/relationships/image" Target="../media/image2.jpeg"/><Relationship Id="rId27" Type="http://schemas.openxmlformats.org/officeDocument/2006/relationships/slide" Target="slide3.xml"/><Relationship Id="rId26" Type="http://schemas.openxmlformats.org/officeDocument/2006/relationships/image" Target="../media/image179.emf"/><Relationship Id="rId25" Type="http://schemas.openxmlformats.org/officeDocument/2006/relationships/oleObject" Target="../embeddings/oleObject172.bin"/><Relationship Id="rId24" Type="http://schemas.openxmlformats.org/officeDocument/2006/relationships/image" Target="../media/image178.emf"/><Relationship Id="rId23" Type="http://schemas.openxmlformats.org/officeDocument/2006/relationships/oleObject" Target="../embeddings/oleObject171.bin"/><Relationship Id="rId22" Type="http://schemas.openxmlformats.org/officeDocument/2006/relationships/image" Target="../media/image177.emf"/><Relationship Id="rId21" Type="http://schemas.openxmlformats.org/officeDocument/2006/relationships/oleObject" Target="../embeddings/oleObject170.bin"/><Relationship Id="rId20" Type="http://schemas.openxmlformats.org/officeDocument/2006/relationships/image" Target="../media/image176.emf"/><Relationship Id="rId2" Type="http://schemas.openxmlformats.org/officeDocument/2006/relationships/image" Target="../media/image167.emf"/><Relationship Id="rId19" Type="http://schemas.openxmlformats.org/officeDocument/2006/relationships/oleObject" Target="../embeddings/oleObject169.bin"/><Relationship Id="rId18" Type="http://schemas.openxmlformats.org/officeDocument/2006/relationships/image" Target="../media/image175.emf"/><Relationship Id="rId17" Type="http://schemas.openxmlformats.org/officeDocument/2006/relationships/oleObject" Target="../embeddings/oleObject168.bin"/><Relationship Id="rId16" Type="http://schemas.openxmlformats.org/officeDocument/2006/relationships/image" Target="../media/image174.emf"/><Relationship Id="rId15" Type="http://schemas.openxmlformats.org/officeDocument/2006/relationships/oleObject" Target="../embeddings/oleObject167.bin"/><Relationship Id="rId14" Type="http://schemas.openxmlformats.org/officeDocument/2006/relationships/image" Target="../media/image173.e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72.e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71.emf"/><Relationship Id="rId1" Type="http://schemas.openxmlformats.org/officeDocument/2006/relationships/oleObject" Target="../embeddings/oleObject16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183.e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82.emf"/><Relationship Id="rId5" Type="http://schemas.openxmlformats.org/officeDocument/2006/relationships/oleObject" Target="../embeddings/oleObject175.bin"/><Relationship Id="rId41" Type="http://schemas.openxmlformats.org/officeDocument/2006/relationships/vmlDrawing" Target="../drawings/vmlDrawing16.vml"/><Relationship Id="rId40" Type="http://schemas.openxmlformats.org/officeDocument/2006/relationships/slideLayout" Target="../slideLayouts/slideLayout6.xml"/><Relationship Id="rId4" Type="http://schemas.openxmlformats.org/officeDocument/2006/relationships/image" Target="../media/image181.emf"/><Relationship Id="rId39" Type="http://schemas.openxmlformats.org/officeDocument/2006/relationships/image" Target="../media/image7.jpeg"/><Relationship Id="rId38" Type="http://schemas.openxmlformats.org/officeDocument/2006/relationships/image" Target="../media/image6.jpeg"/><Relationship Id="rId37" Type="http://schemas.openxmlformats.org/officeDocument/2006/relationships/image" Target="../media/image5.jpeg"/><Relationship Id="rId36" Type="http://schemas.openxmlformats.org/officeDocument/2006/relationships/image" Target="../media/image4.jpeg"/><Relationship Id="rId35" Type="http://schemas.openxmlformats.org/officeDocument/2006/relationships/image" Target="../media/image3.jpeg"/><Relationship Id="rId34" Type="http://schemas.openxmlformats.org/officeDocument/2006/relationships/image" Target="../media/image2.jpeg"/><Relationship Id="rId33" Type="http://schemas.openxmlformats.org/officeDocument/2006/relationships/slide" Target="slide3.xml"/><Relationship Id="rId32" Type="http://schemas.openxmlformats.org/officeDocument/2006/relationships/image" Target="../media/image195.emf"/><Relationship Id="rId31" Type="http://schemas.openxmlformats.org/officeDocument/2006/relationships/oleObject" Target="../embeddings/oleObject188.bin"/><Relationship Id="rId30" Type="http://schemas.openxmlformats.org/officeDocument/2006/relationships/image" Target="../media/image194.emf"/><Relationship Id="rId3" Type="http://schemas.openxmlformats.org/officeDocument/2006/relationships/oleObject" Target="../embeddings/oleObject174.bin"/><Relationship Id="rId29" Type="http://schemas.openxmlformats.org/officeDocument/2006/relationships/oleObject" Target="../embeddings/oleObject187.bin"/><Relationship Id="rId28" Type="http://schemas.openxmlformats.org/officeDocument/2006/relationships/image" Target="../media/image193.emf"/><Relationship Id="rId27" Type="http://schemas.openxmlformats.org/officeDocument/2006/relationships/oleObject" Target="../embeddings/oleObject186.bin"/><Relationship Id="rId26" Type="http://schemas.openxmlformats.org/officeDocument/2006/relationships/image" Target="../media/image192.emf"/><Relationship Id="rId25" Type="http://schemas.openxmlformats.org/officeDocument/2006/relationships/oleObject" Target="../embeddings/oleObject185.bin"/><Relationship Id="rId24" Type="http://schemas.openxmlformats.org/officeDocument/2006/relationships/image" Target="../media/image191.emf"/><Relationship Id="rId23" Type="http://schemas.openxmlformats.org/officeDocument/2006/relationships/oleObject" Target="../embeddings/oleObject184.bin"/><Relationship Id="rId22" Type="http://schemas.openxmlformats.org/officeDocument/2006/relationships/image" Target="../media/image190.emf"/><Relationship Id="rId21" Type="http://schemas.openxmlformats.org/officeDocument/2006/relationships/oleObject" Target="../embeddings/oleObject183.bin"/><Relationship Id="rId20" Type="http://schemas.openxmlformats.org/officeDocument/2006/relationships/image" Target="../media/image189.emf"/><Relationship Id="rId2" Type="http://schemas.openxmlformats.org/officeDocument/2006/relationships/image" Target="../media/image180.emf"/><Relationship Id="rId19" Type="http://schemas.openxmlformats.org/officeDocument/2006/relationships/oleObject" Target="../embeddings/oleObject182.bin"/><Relationship Id="rId18" Type="http://schemas.openxmlformats.org/officeDocument/2006/relationships/image" Target="../media/image188.emf"/><Relationship Id="rId17" Type="http://schemas.openxmlformats.org/officeDocument/2006/relationships/oleObject" Target="../embeddings/oleObject181.bin"/><Relationship Id="rId16" Type="http://schemas.openxmlformats.org/officeDocument/2006/relationships/image" Target="../media/image187.e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86.e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185.e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184.emf"/><Relationship Id="rId1" Type="http://schemas.openxmlformats.org/officeDocument/2006/relationships/oleObject" Target="../embeddings/oleObject17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8" name="Rectangle 1089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gradFill rotWithShape="0">
            <a:gsLst>
              <a:gs pos="0">
                <a:srgbClr val="00009B"/>
              </a:gs>
              <a:gs pos="100000">
                <a:srgbClr val="0000FF"/>
              </a:gs>
            </a:gsLst>
            <a:lin ang="5400000" scaled="1"/>
            <a:tileRect/>
          </a:gradFill>
          <a:ln w="38100" cap="flat" cmpd="dbl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Rectangle 1028"/>
          <p:cNvSpPr>
            <a:spLocks noGrp="1"/>
          </p:cNvSpPr>
          <p:nvPr>
            <p:ph type="title"/>
          </p:nvPr>
        </p:nvSpPr>
        <p:spPr>
          <a:xfrm>
            <a:off x="914400" y="304800"/>
            <a:ext cx="2209800" cy="8382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4800" dirty="0">
                <a:ea typeface="华文行楷" panose="02010800040101010101" pitchFamily="2" charset="-122"/>
              </a:rPr>
              <a:t>第四节</a:t>
            </a:r>
            <a:endParaRPr lang="zh-CN" altLang="en-US" sz="4800" dirty="0">
              <a:ea typeface="华文行楷" panose="02010800040101010101" pitchFamily="2" charset="-122"/>
            </a:endParaRPr>
          </a:p>
        </p:txBody>
      </p:sp>
      <p:sp>
        <p:nvSpPr>
          <p:cNvPr id="1030" name="Text Box 1029"/>
          <p:cNvSpPr txBox="1"/>
          <p:nvPr/>
        </p:nvSpPr>
        <p:spPr>
          <a:xfrm>
            <a:off x="2063750" y="3352800"/>
            <a:ext cx="42656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一、隐函数的导数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31" name="Text Box 1074"/>
          <p:cNvSpPr txBox="1"/>
          <p:nvPr/>
        </p:nvSpPr>
        <p:spPr>
          <a:xfrm>
            <a:off x="2063750" y="4143375"/>
            <a:ext cx="64293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二、由参数方程确定的函数的导数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032" name="AutoShape 1076">
            <a:hlinkClick r:id="rId2" action="ppaction://hlinksldjump"/>
          </p:cNvPr>
          <p:cNvSpPr/>
          <p:nvPr/>
        </p:nvSpPr>
        <p:spPr>
          <a:xfrm>
            <a:off x="2133600" y="4267200"/>
            <a:ext cx="6248400" cy="3810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033" name="Picture 1078" descr="机动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" name="Text Box 1079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035" name="Picture 1080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6" name="Picture 1081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Picture 1082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8" name="Picture 1083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9" name="Picture 1084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0" name="Text Box 1085"/>
          <p:cNvSpPr txBox="1"/>
          <p:nvPr/>
        </p:nvSpPr>
        <p:spPr>
          <a:xfrm>
            <a:off x="1676400" y="1004888"/>
            <a:ext cx="6578600" cy="8239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8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隐函数和参数方程求导  </a:t>
            </a:r>
            <a:endParaRPr lang="zh-CN" altLang="en-US" sz="4800" dirty="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026" name="Object 1088"/>
          <p:cNvGraphicFramePr>
            <a:graphicFrameLocks noChangeAspect="1"/>
          </p:cNvGraphicFramePr>
          <p:nvPr/>
        </p:nvGraphicFramePr>
        <p:xfrm>
          <a:off x="304800" y="4495800"/>
          <a:ext cx="15906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0" imgW="3390900" imgH="3409950" progId="Paint.Picture">
                  <p:embed/>
                </p:oleObj>
              </mc:Choice>
              <mc:Fallback>
                <p:oleObj name="" r:id="rId10" imgW="3390900" imgH="340995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4800" y="4495800"/>
                        <a:ext cx="1590675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090"/>
          <p:cNvSpPr txBox="1"/>
          <p:nvPr/>
        </p:nvSpPr>
        <p:spPr>
          <a:xfrm>
            <a:off x="7489825" y="250825"/>
            <a:ext cx="1438275" cy="52863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第二章 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5727700" y="2654300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171575" imgH="360680" progId="Equation.3">
                  <p:embed/>
                </p:oleObj>
              </mc:Choice>
              <mc:Fallback>
                <p:oleObj name="" r:id="rId1" imgW="1171575" imgH="36068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27700" y="2654300"/>
                        <a:ext cx="1511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Rectangle 3"/>
          <p:cNvSpPr>
            <a:spLocks noGrp="1"/>
          </p:cNvSpPr>
          <p:nvPr>
            <p:ph type="title"/>
          </p:nvPr>
        </p:nvSpPr>
        <p:spPr>
          <a:xfrm>
            <a:off x="539750" y="304800"/>
            <a:ext cx="3657600" cy="6477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ea typeface="楷体_GB2312" pitchFamily="49" charset="-122"/>
              </a:rPr>
              <a:t>一、隐函数的导数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37893" name="Text Box 5"/>
          <p:cNvSpPr txBox="1"/>
          <p:nvPr/>
        </p:nvSpPr>
        <p:spPr>
          <a:xfrm>
            <a:off x="611188" y="99060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若由方程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2159000" y="1117600"/>
          <a:ext cx="165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280160" imgH="311150" progId="Equation.3">
                  <p:embed/>
                </p:oleObj>
              </mc:Choice>
              <mc:Fallback>
                <p:oleObj name="" r:id="rId3" imgW="1280160" imgH="31115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59000" y="1117600"/>
                        <a:ext cx="1651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/>
          <p:nvPr/>
        </p:nvSpPr>
        <p:spPr>
          <a:xfrm>
            <a:off x="3810000" y="1020763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可确定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y </a:t>
            </a:r>
            <a:r>
              <a:rPr lang="zh-CN" altLang="zh-CN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的函数 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896" name="Text Box 8"/>
          <p:cNvSpPr txBox="1"/>
          <p:nvPr/>
        </p:nvSpPr>
        <p:spPr>
          <a:xfrm>
            <a:off x="611188" y="2024063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1066800" y="2149475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022985" imgH="311150" progId="Equation.3">
                  <p:embed/>
                </p:oleObj>
              </mc:Choice>
              <mc:Fallback>
                <p:oleObj name="" r:id="rId5" imgW="1022985" imgH="31115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2149475"/>
                        <a:ext cx="1320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Text Box 10"/>
          <p:cNvSpPr txBox="1"/>
          <p:nvPr/>
        </p:nvSpPr>
        <p:spPr>
          <a:xfrm>
            <a:off x="2362200" y="2071688"/>
            <a:ext cx="4343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</a:rPr>
              <a:t>表示的函数 , 称为</a:t>
            </a:r>
            <a:r>
              <a:rPr lang="zh-CN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显函数</a:t>
            </a:r>
            <a:r>
              <a:rPr lang="zh-CN" altLang="zh-CN" dirty="0">
                <a:latin typeface="Times New Roman" panose="02020603050405020304" pitchFamily="18" charset="0"/>
              </a:rPr>
              <a:t> 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899" name="Text Box 11"/>
          <p:cNvSpPr txBox="1"/>
          <p:nvPr/>
        </p:nvSpPr>
        <p:spPr>
          <a:xfrm>
            <a:off x="552450" y="267335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例如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1524000" y="2673350"/>
          <a:ext cx="1943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1507490" imgH="390525" progId="Equation.3">
                  <p:embed/>
                </p:oleObj>
              </mc:Choice>
              <mc:Fallback>
                <p:oleObj name="" r:id="rId7" imgW="1507490" imgH="39052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2673350"/>
                        <a:ext cx="1943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Text Box 13"/>
          <p:cNvSpPr txBox="1"/>
          <p:nvPr/>
        </p:nvSpPr>
        <p:spPr>
          <a:xfrm>
            <a:off x="3448050" y="2644775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可确定显函数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1536700" y="3225800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2416810" imgH="390525" progId="Equation.3">
                  <p:embed/>
                </p:oleObj>
              </mc:Choice>
              <mc:Fallback>
                <p:oleObj name="" r:id="rId9" imgW="2416810" imgH="39052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36700" y="3225800"/>
                        <a:ext cx="3111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/>
          <p:cNvSpPr txBox="1"/>
          <p:nvPr/>
        </p:nvSpPr>
        <p:spPr>
          <a:xfrm>
            <a:off x="4648200" y="320040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可确定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zh-CN" dirty="0">
                <a:latin typeface="Times New Roman" panose="02020603050405020304" pitchFamily="18" charset="0"/>
              </a:rPr>
              <a:t>是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的函数 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904" name="Text Box 16"/>
          <p:cNvSpPr txBox="1"/>
          <p:nvPr/>
        </p:nvSpPr>
        <p:spPr>
          <a:xfrm>
            <a:off x="4648200" y="373380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但此隐函数不能显化 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905" name="Text Box 17"/>
          <p:cNvSpPr txBox="1"/>
          <p:nvPr/>
        </p:nvSpPr>
        <p:spPr>
          <a:xfrm>
            <a:off x="179388" y="1524000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函数为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隐函数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906" name="Text Box 18"/>
          <p:cNvSpPr txBox="1"/>
          <p:nvPr/>
        </p:nvSpPr>
        <p:spPr>
          <a:xfrm>
            <a:off x="7239000" y="998538"/>
            <a:ext cx="1250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则称此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07" name="Text Box 19"/>
          <p:cNvSpPr txBox="1"/>
          <p:nvPr/>
        </p:nvSpPr>
        <p:spPr>
          <a:xfrm>
            <a:off x="577850" y="421005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隐函数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求导方法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3473450" y="4305300"/>
          <a:ext cx="165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1280160" imgH="311150" progId="Equation.3">
                  <p:embed/>
                </p:oleObj>
              </mc:Choice>
              <mc:Fallback>
                <p:oleObj name="" r:id="rId11" imgW="1280160" imgH="31115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73450" y="4305300"/>
                        <a:ext cx="1651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3189288" y="5419725"/>
          <a:ext cx="214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3" imgW="1665605" imgH="716915" progId="Equation.3">
                  <p:embed/>
                </p:oleObj>
              </mc:Choice>
              <mc:Fallback>
                <p:oleObj name="" r:id="rId13" imgW="1665605" imgH="71691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9288" y="5419725"/>
                        <a:ext cx="2146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1" name="AutoShape 23"/>
          <p:cNvSpPr/>
          <p:nvPr/>
        </p:nvSpPr>
        <p:spPr>
          <a:xfrm>
            <a:off x="4097338" y="4876800"/>
            <a:ext cx="179387" cy="684213"/>
          </a:xfrm>
          <a:prstGeom prst="downArrow">
            <a:avLst>
              <a:gd name="adj1" fmla="val 50000"/>
              <a:gd name="adj2" fmla="val 95354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12" name="Text Box 24"/>
          <p:cNvSpPr txBox="1"/>
          <p:nvPr/>
        </p:nvSpPr>
        <p:spPr>
          <a:xfrm>
            <a:off x="4267200" y="4906963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两边对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5392738" y="5559425"/>
            <a:ext cx="3171825" cy="536575"/>
            <a:chOff x="3696" y="3449"/>
            <a:chExt cx="1998" cy="338"/>
          </a:xfrm>
        </p:grpSpPr>
        <p:sp>
          <p:nvSpPr>
            <p:cNvPr id="2080" name="Text Box 26"/>
            <p:cNvSpPr txBox="1"/>
            <p:nvPr/>
          </p:nvSpPr>
          <p:spPr>
            <a:xfrm>
              <a:off x="3696" y="3449"/>
              <a:ext cx="19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latin typeface="Times New Roman" panose="02020603050405020304" pitchFamily="18" charset="0"/>
                </a:rPr>
                <a:t>含导数    的方程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7" name="Object 27"/>
            <p:cNvGraphicFramePr>
              <a:graphicFrameLocks noChangeAspect="1"/>
            </p:cNvGraphicFramePr>
            <p:nvPr/>
          </p:nvGraphicFramePr>
          <p:xfrm>
            <a:off x="4471" y="3456"/>
            <a:ext cx="32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5" imgW="123825" imgH="153035" progId="Equation.3">
                    <p:embed/>
                  </p:oleObj>
                </mc:Choice>
                <mc:Fallback>
                  <p:oleObj name="" r:id="rId15" imgW="123825" imgH="15303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71" y="3456"/>
                          <a:ext cx="329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73" name="Picture 36" descr="机动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74" name="Text Box 37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2075" name="Picture 38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6" name="Picture 39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7" name="Picture 40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8" name="Picture 41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9" name="Picture 42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90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91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/>
      <p:bldP spid="37895" grpId="0"/>
      <p:bldP spid="37896" grpId="0"/>
      <p:bldP spid="37898" grpId="0"/>
      <p:bldP spid="37899" grpId="0"/>
      <p:bldP spid="37901" grpId="0"/>
      <p:bldP spid="37903" grpId="0"/>
      <p:bldP spid="37904" grpId="0"/>
      <p:bldP spid="37905" grpId="0"/>
      <p:bldP spid="37906" grpId="0" build="p"/>
      <p:bldP spid="37907" grpId="0"/>
      <p:bldP spid="37911" grpId="0" animBg="1"/>
      <p:bldP spid="379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6" name="Rectangle 2"/>
          <p:cNvSpPr>
            <a:spLocks noGrp="1"/>
          </p:cNvSpPr>
          <p:nvPr>
            <p:ph type="title"/>
          </p:nvPr>
        </p:nvSpPr>
        <p:spPr>
          <a:xfrm>
            <a:off x="806450" y="361950"/>
            <a:ext cx="27432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1.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求由方程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3060700" y="377825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2416810" imgH="390525" progId="Equation.3">
                  <p:embed/>
                </p:oleObj>
              </mc:Choice>
              <mc:Fallback>
                <p:oleObj name="" r:id="rId1" imgW="2416810" imgH="390525" progId="Equation.3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60700" y="377825"/>
                        <a:ext cx="3111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365125" y="1193800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993775" imgH="311150" progId="Equation.3">
                  <p:embed/>
                </p:oleObj>
              </mc:Choice>
              <mc:Fallback>
                <p:oleObj name="" r:id="rId3" imgW="993775" imgH="311150" progId="Equation.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5125" y="1193800"/>
                        <a:ext cx="1282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6"/>
          <p:cNvSpPr txBox="1"/>
          <p:nvPr/>
        </p:nvSpPr>
        <p:spPr>
          <a:xfrm>
            <a:off x="1676400" y="1127125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0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处的导数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4533900" y="977900"/>
          <a:ext cx="1397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082675" imgH="716915" progId="Equation.3">
                  <p:embed/>
                </p:oleObj>
              </mc:Choice>
              <mc:Fallback>
                <p:oleObj name="" r:id="rId5" imgW="1082675" imgH="716915" progId="Equation.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33900" y="977900"/>
                        <a:ext cx="1397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9"/>
          <p:cNvSpPr txBox="1"/>
          <p:nvPr/>
        </p:nvSpPr>
        <p:spPr>
          <a:xfrm>
            <a:off x="806450" y="1905000"/>
            <a:ext cx="464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方程两边对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2051050" y="2425700"/>
          <a:ext cx="360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7" imgW="2802255" imgH="716915" progId="Equation.3">
                  <p:embed/>
                </p:oleObj>
              </mc:Choice>
              <mc:Fallback>
                <p:oleObj name="" r:id="rId7" imgW="2802255" imgH="716915" progId="Equation.3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51050" y="2425700"/>
                        <a:ext cx="3606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Text Box 11"/>
          <p:cNvSpPr txBox="1"/>
          <p:nvPr/>
        </p:nvSpPr>
        <p:spPr>
          <a:xfrm>
            <a:off x="806450" y="3516313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84" name="Object 12"/>
          <p:cNvGraphicFramePr>
            <a:graphicFrameLocks noChangeAspect="1"/>
          </p:cNvGraphicFramePr>
          <p:nvPr/>
        </p:nvGraphicFramePr>
        <p:xfrm>
          <a:off x="2038350" y="3352800"/>
          <a:ext cx="1130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9" imgW="875030" imgH="657225" progId="Equation.3">
                  <p:embed/>
                </p:oleObj>
              </mc:Choice>
              <mc:Fallback>
                <p:oleObj name="" r:id="rId9" imgW="875030" imgH="657225" progId="Equation.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38350" y="3352800"/>
                        <a:ext cx="1130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13"/>
          <p:cNvGraphicFramePr>
            <a:graphicFrameLocks noChangeAspect="1"/>
          </p:cNvGraphicFramePr>
          <p:nvPr/>
        </p:nvGraphicFramePr>
        <p:xfrm>
          <a:off x="3238500" y="3352800"/>
          <a:ext cx="1003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1" imgW="775970" imgH="657225" progId="Equation.3">
                  <p:embed/>
                </p:oleObj>
              </mc:Choice>
              <mc:Fallback>
                <p:oleObj name="" r:id="rId11" imgW="775970" imgH="657225" progId="Equation.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0" y="3352800"/>
                        <a:ext cx="1003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4"/>
          <p:cNvGraphicFramePr>
            <a:graphicFrameLocks noChangeAspect="1"/>
          </p:cNvGraphicFramePr>
          <p:nvPr/>
        </p:nvGraphicFramePr>
        <p:xfrm>
          <a:off x="4267200" y="3598863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3" imgW="321310" imgH="232410" progId="Equation.3">
                  <p:embed/>
                </p:oleObj>
              </mc:Choice>
              <mc:Fallback>
                <p:oleObj name="" r:id="rId13" imgW="321310" imgH="232410" progId="Equation.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3598863"/>
                        <a:ext cx="419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5"/>
          <p:cNvGraphicFramePr>
            <a:graphicFrameLocks noChangeAspect="1"/>
          </p:cNvGraphicFramePr>
          <p:nvPr/>
        </p:nvGraphicFramePr>
        <p:xfrm>
          <a:off x="4724400" y="3489325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5" imgW="765810" imgH="331470" progId="Equation.3">
                  <p:embed/>
                </p:oleObj>
              </mc:Choice>
              <mc:Fallback>
                <p:oleObj name="" r:id="rId15" imgW="765810" imgH="331470" progId="Equation.3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24400" y="3489325"/>
                        <a:ext cx="990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8" name="Object 16"/>
          <p:cNvGraphicFramePr>
            <a:graphicFrameLocks noChangeAspect="1"/>
          </p:cNvGraphicFramePr>
          <p:nvPr/>
        </p:nvGraphicFramePr>
        <p:xfrm>
          <a:off x="5791200" y="36163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7" imgW="380365" imgH="241935" progId="Equation.3">
                  <p:embed/>
                </p:oleObj>
              </mc:Choice>
              <mc:Fallback>
                <p:oleObj name="" r:id="rId17" imgW="380365" imgH="241935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3616325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9" name="Object 17"/>
          <p:cNvGraphicFramePr>
            <a:graphicFrameLocks noChangeAspect="1"/>
          </p:cNvGraphicFramePr>
          <p:nvPr/>
        </p:nvGraphicFramePr>
        <p:xfrm>
          <a:off x="2146300" y="4286250"/>
          <a:ext cx="2578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9" imgW="2001520" imgH="815340" progId="Equation.3">
                  <p:embed/>
                </p:oleObj>
              </mc:Choice>
              <mc:Fallback>
                <p:oleObj name="" r:id="rId19" imgW="2001520" imgH="81534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46300" y="4286250"/>
                        <a:ext cx="25781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Text Box 18"/>
          <p:cNvSpPr txBox="1"/>
          <p:nvPr/>
        </p:nvSpPr>
        <p:spPr>
          <a:xfrm>
            <a:off x="804863" y="55626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0 </a:t>
            </a:r>
            <a:r>
              <a:rPr lang="zh-CN" altLang="en-US" dirty="0">
                <a:latin typeface="Times New Roman" panose="02020603050405020304" pitchFamily="18" charset="0"/>
              </a:rPr>
              <a:t>时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0 , 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91" name="Object 19"/>
          <p:cNvGraphicFramePr>
            <a:graphicFrameLocks noChangeAspect="1"/>
          </p:cNvGraphicFramePr>
          <p:nvPr/>
        </p:nvGraphicFramePr>
        <p:xfrm>
          <a:off x="4159250" y="5403850"/>
          <a:ext cx="1841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1428750" imgH="716915" progId="Equation.3">
                  <p:embed/>
                </p:oleObj>
              </mc:Choice>
              <mc:Fallback>
                <p:oleObj name="" r:id="rId21" imgW="1428750" imgH="716915" progId="Equation.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9250" y="5403850"/>
                        <a:ext cx="1841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5715000" y="2730500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163195" imgH="241935" progId="Equation.3">
                  <p:embed/>
                </p:oleObj>
              </mc:Choice>
              <mc:Fallback>
                <p:oleObj name="" r:id="rId23" imgW="163195" imgH="241935" progId="Equation.3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15000" y="2730500"/>
                        <a:ext cx="2159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1"/>
          <p:cNvSpPr txBox="1"/>
          <p:nvPr/>
        </p:nvSpPr>
        <p:spPr>
          <a:xfrm>
            <a:off x="6172200" y="330200"/>
            <a:ext cx="2317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确定的隐函数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" name="Picture 29" descr="机动">
            <a:hlinkClick r:id="rId25" action="ppaction://hlinksldjump"/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3" name="Text Box 30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3094" name="Picture 31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5" name="Picture 32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6" name="Picture 33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7" name="Picture 34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8" name="Picture 35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81" grpId="0"/>
      <p:bldP spid="3083" grpId="0"/>
      <p:bldP spid="30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2" name="Rectangle 2"/>
          <p:cNvSpPr>
            <a:spLocks noGrp="1"/>
          </p:cNvSpPr>
          <p:nvPr>
            <p:ph type="title"/>
          </p:nvPr>
        </p:nvSpPr>
        <p:spPr>
          <a:xfrm>
            <a:off x="560388" y="457200"/>
            <a:ext cx="22860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2.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求椭圆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2495550" y="257175"/>
          <a:ext cx="1689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310005" imgH="726440" progId="Equation.3">
                  <p:embed/>
                </p:oleObj>
              </mc:Choice>
              <mc:Fallback>
                <p:oleObj name="" r:id="rId1" imgW="1310005" imgH="72644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95550" y="257175"/>
                        <a:ext cx="16891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3" name="Text Box 4"/>
          <p:cNvSpPr txBox="1"/>
          <p:nvPr/>
        </p:nvSpPr>
        <p:spPr>
          <a:xfrm>
            <a:off x="4191000" y="419100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在点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5046663" y="469900"/>
          <a:ext cx="1460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131570" imgH="400050" progId="Equation.3">
                  <p:embed/>
                </p:oleObj>
              </mc:Choice>
              <mc:Fallback>
                <p:oleObj name="" r:id="rId3" imgW="1131570" imgH="40005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46663" y="469900"/>
                        <a:ext cx="14605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4" name="Text Box 6"/>
          <p:cNvSpPr txBox="1"/>
          <p:nvPr/>
        </p:nvSpPr>
        <p:spPr>
          <a:xfrm>
            <a:off x="6457950" y="438150"/>
            <a:ext cx="2457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处的切线方程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345" name="Text Box 9"/>
          <p:cNvSpPr txBox="1"/>
          <p:nvPr/>
        </p:nvSpPr>
        <p:spPr>
          <a:xfrm>
            <a:off x="533400" y="1309688"/>
            <a:ext cx="4572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椭圆方程两边对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2185988" y="1905000"/>
          <a:ext cx="254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" imgW="193040" imgH="657225" progId="Equation.3">
                  <p:embed/>
                </p:oleObj>
              </mc:Choice>
              <mc:Fallback>
                <p:oleObj name="" r:id="rId5" imgW="193040" imgH="65722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85988" y="1905000"/>
                        <a:ext cx="254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2514600" y="1905000"/>
          <a:ext cx="1257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973455" imgH="657225" progId="Equation.3">
                  <p:embed/>
                </p:oleObj>
              </mc:Choice>
              <mc:Fallback>
                <p:oleObj name="" r:id="rId7" imgW="973455" imgH="65722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1905000"/>
                        <a:ext cx="1257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3795713" y="21971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9" imgW="380365" imgH="241935" progId="Equation.3">
                  <p:embed/>
                </p:oleObj>
              </mc:Choice>
              <mc:Fallback>
                <p:oleObj name="" r:id="rId9" imgW="380365" imgH="24193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95713" y="219710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1295400" y="3128963"/>
          <a:ext cx="73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1" imgW="568325" imgH="321310" progId="Equation.3">
                  <p:embed/>
                </p:oleObj>
              </mc:Choice>
              <mc:Fallback>
                <p:oleObj name="" r:id="rId11" imgW="568325" imgH="32131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5400" y="3128963"/>
                        <a:ext cx="736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/>
        </p:nvGraphicFramePr>
        <p:xfrm>
          <a:off x="2130425" y="3233738"/>
          <a:ext cx="8667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607695" imgH="548640" progId="Equation.3">
                  <p:embed/>
                </p:oleObj>
              </mc:Choice>
              <mc:Fallback>
                <p:oleObj name="" r:id="rId13" imgW="607695" imgH="54864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0425" y="3233738"/>
                        <a:ext cx="866775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Object 24"/>
          <p:cNvGraphicFramePr>
            <a:graphicFrameLocks noChangeAspect="1"/>
          </p:cNvGraphicFramePr>
          <p:nvPr/>
        </p:nvGraphicFramePr>
        <p:xfrm>
          <a:off x="3098800" y="2882900"/>
          <a:ext cx="120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5" imgW="934085" imgH="716915" progId="Equation.3">
                  <p:embed/>
                </p:oleObj>
              </mc:Choice>
              <mc:Fallback>
                <p:oleObj name="" r:id="rId15" imgW="934085" imgH="71691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98800" y="2882900"/>
                        <a:ext cx="1206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Object 25"/>
          <p:cNvGraphicFramePr>
            <a:graphicFrameLocks noChangeAspect="1"/>
          </p:cNvGraphicFramePr>
          <p:nvPr/>
        </p:nvGraphicFramePr>
        <p:xfrm>
          <a:off x="4470400" y="3222625"/>
          <a:ext cx="8667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7" imgW="607695" imgH="548640" progId="Equation.3">
                  <p:embed/>
                </p:oleObj>
              </mc:Choice>
              <mc:Fallback>
                <p:oleObj name="" r:id="rId17" imgW="607695" imgH="54864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70400" y="3222625"/>
                        <a:ext cx="866775" cy="782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Object 26"/>
          <p:cNvGraphicFramePr>
            <a:graphicFrameLocks noChangeAspect="1"/>
          </p:cNvGraphicFramePr>
          <p:nvPr/>
        </p:nvGraphicFramePr>
        <p:xfrm>
          <a:off x="5384800" y="2819400"/>
          <a:ext cx="1028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9" imgW="795655" imgH="687070" progId="Equation.3">
                  <p:embed/>
                </p:oleObj>
              </mc:Choice>
              <mc:Fallback>
                <p:oleObj name="" r:id="rId19" imgW="795655" imgH="68707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84800" y="2819400"/>
                        <a:ext cx="10287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Text Box 27"/>
          <p:cNvSpPr txBox="1"/>
          <p:nvPr/>
        </p:nvSpPr>
        <p:spPr>
          <a:xfrm>
            <a:off x="404813" y="4359275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故切线方程为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64" name="Object 28"/>
          <p:cNvGraphicFramePr>
            <a:graphicFrameLocks noChangeAspect="1"/>
          </p:cNvGraphicFramePr>
          <p:nvPr/>
        </p:nvGraphicFramePr>
        <p:xfrm>
          <a:off x="2922588" y="4235450"/>
          <a:ext cx="119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1" imgW="924560" imgH="657225" progId="Equation.3">
                  <p:embed/>
                </p:oleObj>
              </mc:Choice>
              <mc:Fallback>
                <p:oleObj name="" r:id="rId21" imgW="924560" imgH="65722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2588" y="4235450"/>
                        <a:ext cx="11938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Object 30"/>
          <p:cNvGraphicFramePr>
            <a:graphicFrameLocks noChangeAspect="1"/>
          </p:cNvGraphicFramePr>
          <p:nvPr/>
        </p:nvGraphicFramePr>
        <p:xfrm>
          <a:off x="4179888" y="4216400"/>
          <a:ext cx="1028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3" imgW="795655" imgH="687070" progId="Equation.3">
                  <p:embed/>
                </p:oleObj>
              </mc:Choice>
              <mc:Fallback>
                <p:oleObj name="" r:id="rId23" imgW="795655" imgH="68707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9888" y="4216400"/>
                        <a:ext cx="10287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31"/>
          <p:cNvGraphicFramePr>
            <a:graphicFrameLocks noChangeAspect="1"/>
          </p:cNvGraphicFramePr>
          <p:nvPr/>
        </p:nvGraphicFramePr>
        <p:xfrm>
          <a:off x="5257800" y="44831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5" imgW="765810" imgH="311150" progId="Equation.3">
                  <p:embed/>
                </p:oleObj>
              </mc:Choice>
              <mc:Fallback>
                <p:oleObj name="" r:id="rId25" imgW="765810" imgH="31115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57800" y="4483100"/>
                        <a:ext cx="990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Text Box 32"/>
          <p:cNvSpPr txBox="1"/>
          <p:nvPr/>
        </p:nvSpPr>
        <p:spPr>
          <a:xfrm>
            <a:off x="838200" y="53340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69" name="Object 33"/>
          <p:cNvGraphicFramePr>
            <a:graphicFrameLocks noChangeAspect="1"/>
          </p:cNvGraphicFramePr>
          <p:nvPr/>
        </p:nvGraphicFramePr>
        <p:xfrm>
          <a:off x="2959100" y="5334000"/>
          <a:ext cx="283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7" imgW="2199640" imgH="351155" progId="Equation.3">
                  <p:embed/>
                </p:oleObj>
              </mc:Choice>
              <mc:Fallback>
                <p:oleObj name="" r:id="rId27" imgW="2199640" imgH="35115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59100" y="5334000"/>
                        <a:ext cx="2832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0" name="Line 34"/>
          <p:cNvSpPr/>
          <p:nvPr/>
        </p:nvSpPr>
        <p:spPr>
          <a:xfrm>
            <a:off x="2082800" y="2954338"/>
            <a:ext cx="0" cy="1008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71" name="Line 35"/>
          <p:cNvSpPr/>
          <p:nvPr/>
        </p:nvSpPr>
        <p:spPr>
          <a:xfrm>
            <a:off x="4394200" y="2954338"/>
            <a:ext cx="0" cy="1008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120" name="Picture 43" descr="机动">
            <a:hlinkClick r:id="rId29" action="ppaction://hlinksldjump"/>
          </p:cNvPr>
          <p:cNvPicPr>
            <a:picLocks noChangeAspect="1"/>
          </p:cNvPicPr>
          <p:nvPr/>
        </p:nvPicPr>
        <p:blipFill>
          <a:blip r:embed="rId30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21" name="Text Box 44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4122" name="Picture 45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23" name="Picture 46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24" name="Picture 47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25" name="Picture 48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26" name="Picture 49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  <p:bldP spid="14363" grpId="0"/>
      <p:bldP spid="143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8" name="Rectangle 2"/>
          <p:cNvSpPr>
            <a:spLocks noGrp="1"/>
          </p:cNvSpPr>
          <p:nvPr>
            <p:ph type="title"/>
          </p:nvPr>
        </p:nvSpPr>
        <p:spPr>
          <a:xfrm>
            <a:off x="539750" y="568325"/>
            <a:ext cx="16764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1790700" y="568325"/>
          <a:ext cx="2400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1863090" imgH="390525" progId="Equation.3">
                  <p:embed/>
                </p:oleObj>
              </mc:Choice>
              <mc:Fallback>
                <p:oleObj name="" r:id="rId1" imgW="1863090" imgH="39052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0700" y="568325"/>
                        <a:ext cx="24003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 Box 6"/>
          <p:cNvSpPr txBox="1"/>
          <p:nvPr/>
        </p:nvSpPr>
        <p:spPr>
          <a:xfrm>
            <a:off x="4267200" y="563563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的导数 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369" name="Text Box 9"/>
          <p:cNvSpPr txBox="1"/>
          <p:nvPr/>
        </p:nvSpPr>
        <p:spPr>
          <a:xfrm>
            <a:off x="539750" y="1309688"/>
            <a:ext cx="4641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dirty="0">
                <a:latin typeface="Times New Roman" panose="02020603050405020304" pitchFamily="18" charset="0"/>
              </a:rPr>
              <a:t>两边取对数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化为隐式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1858963" y="2079625"/>
          <a:ext cx="233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1814195" imgH="311150" progId="Equation.3">
                  <p:embed/>
                </p:oleObj>
              </mc:Choice>
              <mc:Fallback>
                <p:oleObj name="" r:id="rId3" imgW="1814195" imgH="31115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58963" y="2079625"/>
                        <a:ext cx="2336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 Box 11"/>
          <p:cNvSpPr txBox="1"/>
          <p:nvPr/>
        </p:nvSpPr>
        <p:spPr>
          <a:xfrm>
            <a:off x="2590800" y="27432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两边对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1828800" y="3436938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469265" imgH="716915" progId="Equation.3">
                  <p:embed/>
                </p:oleObj>
              </mc:Choice>
              <mc:Fallback>
                <p:oleObj name="" r:id="rId5" imgW="469265" imgH="71691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3436938"/>
                        <a:ext cx="609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514600" y="3733800"/>
          <a:ext cx="176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7" imgW="1369060" imgH="252095" progId="Equation.3">
                  <p:embed/>
                </p:oleObj>
              </mc:Choice>
              <mc:Fallback>
                <p:oleObj name="" r:id="rId7" imgW="1369060" imgH="25209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3733800"/>
                        <a:ext cx="17653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4419600" y="3495675"/>
          <a:ext cx="1003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9" imgW="775970" imgH="657225" progId="Equation.3">
                  <p:embed/>
                </p:oleObj>
              </mc:Choice>
              <mc:Fallback>
                <p:oleObj name="" r:id="rId9" imgW="775970" imgH="65722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19600" y="3495675"/>
                        <a:ext cx="1003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930275" y="4419600"/>
          <a:ext cx="50895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3959225" imgH="657225" progId="Equation.3">
                  <p:embed/>
                </p:oleObj>
              </mc:Choice>
              <mc:Fallback>
                <p:oleObj name="" r:id="rId11" imgW="3959225" imgH="65722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0275" y="4419600"/>
                        <a:ext cx="5089525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7" name="Line 37"/>
          <p:cNvSpPr/>
          <p:nvPr/>
        </p:nvSpPr>
        <p:spPr>
          <a:xfrm>
            <a:off x="2438400" y="2667000"/>
            <a:ext cx="0" cy="838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pic>
        <p:nvPicPr>
          <p:cNvPr id="5133" name="Picture 45" descr="机动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4" name="Text Box 46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5135" name="Picture 47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6" name="Picture 48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7" name="Picture 49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8" name="Picture 50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9" name="Picture 51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  <p:bldP spid="153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21" name="Text Box 13"/>
          <p:cNvSpPr txBox="1"/>
          <p:nvPr/>
        </p:nvSpPr>
        <p:spPr>
          <a:xfrm>
            <a:off x="539750" y="89535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1) </a:t>
            </a:r>
            <a:r>
              <a:rPr lang="zh-CN" altLang="en-US" dirty="0">
                <a:latin typeface="Times New Roman" panose="02020603050405020304" pitchFamily="18" charset="0"/>
              </a:rPr>
              <a:t>对幂指函数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2946400" y="908050"/>
          <a:ext cx="93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726440" imgH="390525" progId="Equation.3">
                  <p:embed/>
                </p:oleObj>
              </mc:Choice>
              <mc:Fallback>
                <p:oleObj name="" r:id="rId1" imgW="726440" imgH="39052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6400" y="908050"/>
                        <a:ext cx="939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Text Box 17"/>
          <p:cNvSpPr txBox="1"/>
          <p:nvPr/>
        </p:nvSpPr>
        <p:spPr>
          <a:xfrm>
            <a:off x="3886200" y="895350"/>
            <a:ext cx="3733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可用对数求导法求导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26" name="Object 18"/>
          <p:cNvGraphicFramePr>
            <a:graphicFrameLocks noChangeAspect="1"/>
          </p:cNvGraphicFramePr>
          <p:nvPr/>
        </p:nvGraphicFramePr>
        <p:xfrm>
          <a:off x="2230438" y="1676400"/>
          <a:ext cx="168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1310005" imgH="311150" progId="Equation.3">
                  <p:embed/>
                </p:oleObj>
              </mc:Choice>
              <mc:Fallback>
                <p:oleObj name="" r:id="rId3" imgW="1310005" imgH="31115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0438" y="1676400"/>
                        <a:ext cx="16891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/>
          <p:cNvGraphicFramePr>
            <a:graphicFrameLocks noChangeAspect="1"/>
          </p:cNvGraphicFramePr>
          <p:nvPr/>
        </p:nvGraphicFramePr>
        <p:xfrm>
          <a:off x="2230438" y="21971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5" imgW="469265" imgH="716915" progId="Equation.3">
                  <p:embed/>
                </p:oleObj>
              </mc:Choice>
              <mc:Fallback>
                <p:oleObj name="" r:id="rId5" imgW="469265" imgH="71691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0438" y="2197100"/>
                        <a:ext cx="609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2895600" y="243840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7" imgW="884555" imgH="262255" progId="Equation.3">
                  <p:embed/>
                </p:oleObj>
              </mc:Choice>
              <mc:Fallback>
                <p:oleObj name="" r:id="rId7" imgW="884555" imgH="26225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2438400"/>
                        <a:ext cx="1143000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/>
        </p:nvGraphicFramePr>
        <p:xfrm>
          <a:off x="4114800" y="2209800"/>
          <a:ext cx="762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9" imgW="588010" imgH="657225" progId="Equation.3">
                  <p:embed/>
                </p:oleObj>
              </mc:Choice>
              <mc:Fallback>
                <p:oleObj name="" r:id="rId9" imgW="588010" imgH="657225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762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/>
          <p:cNvGraphicFramePr>
            <a:graphicFrameLocks noChangeAspect="1"/>
          </p:cNvGraphicFramePr>
          <p:nvPr/>
        </p:nvGraphicFramePr>
        <p:xfrm>
          <a:off x="2230438" y="3187700"/>
          <a:ext cx="312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1" imgW="2426970" imgH="657225" progId="Equation.3">
                  <p:embed/>
                </p:oleObj>
              </mc:Choice>
              <mc:Fallback>
                <p:oleObj name="" r:id="rId11" imgW="2426970" imgH="657225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0438" y="3187700"/>
                        <a:ext cx="31242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32"/>
          <p:cNvSpPr>
            <a:spLocks noGrp="1"/>
          </p:cNvSpPr>
          <p:nvPr>
            <p:ph type="title"/>
          </p:nvPr>
        </p:nvSpPr>
        <p:spPr>
          <a:xfrm>
            <a:off x="539750" y="228600"/>
            <a:ext cx="14478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说明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55" name="Picture 56" descr="机动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6" name="Text Box 57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6157" name="Picture 58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8" name="Picture 59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9" name="Picture 60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60" name="Picture 61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61" name="Picture 62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1" grpId="0"/>
      <p:bldP spid="174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3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67056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2)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有些显函数用对数求导法求导很方便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en-US" altLang="zh-CN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099" name="Text Box 3"/>
          <p:cNvSpPr txBox="1"/>
          <p:nvPr/>
        </p:nvSpPr>
        <p:spPr>
          <a:xfrm>
            <a:off x="457200" y="1139825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例如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616075" y="889000"/>
          <a:ext cx="61563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4789170" imgH="786130" progId="Equation.3">
                  <p:embed/>
                </p:oleObj>
              </mc:Choice>
              <mc:Fallback>
                <p:oleObj name="" r:id="rId1" imgW="4789170" imgH="78613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16075" y="889000"/>
                        <a:ext cx="6156325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AutoShape 5"/>
          <p:cNvSpPr/>
          <p:nvPr/>
        </p:nvSpPr>
        <p:spPr>
          <a:xfrm>
            <a:off x="2286000" y="2057400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2438400" y="2147888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两边取对数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1695450" y="2962275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676910" imgH="311150" progId="Equation.3">
                  <p:embed/>
                </p:oleObj>
              </mc:Choice>
              <mc:Fallback>
                <p:oleObj name="" r:id="rId3" imgW="676910" imgH="31115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5450" y="2962275"/>
                        <a:ext cx="876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AutoShape 8"/>
          <p:cNvSpPr/>
          <p:nvPr/>
        </p:nvSpPr>
        <p:spPr>
          <a:xfrm>
            <a:off x="2286000" y="3467100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/>
          <p:cNvSpPr txBox="1"/>
          <p:nvPr/>
        </p:nvSpPr>
        <p:spPr>
          <a:xfrm>
            <a:off x="2514600" y="3633788"/>
            <a:ext cx="274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两边对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1752600" y="4237038"/>
          <a:ext cx="647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5" imgW="499110" imgH="716915" progId="Equation.3">
                  <p:embed/>
                </p:oleObj>
              </mc:Choice>
              <mc:Fallback>
                <p:oleObj name="" r:id="rId5" imgW="499110" imgH="716915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4237038"/>
                        <a:ext cx="647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2527300" y="4230688"/>
          <a:ext cx="596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7" imgW="459740" imgH="657225" progId="Equation.3">
                  <p:embed/>
                </p:oleObj>
              </mc:Choice>
              <mc:Fallback>
                <p:oleObj name="" r:id="rId7" imgW="459740" imgH="65722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27300" y="4230688"/>
                        <a:ext cx="596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3213100" y="4230688"/>
          <a:ext cx="520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9" imgW="400050" imgH="657225" progId="Equation.3">
                  <p:embed/>
                </p:oleObj>
              </mc:Choice>
              <mc:Fallback>
                <p:oleObj name="" r:id="rId9" imgW="400050" imgH="65722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13100" y="4230688"/>
                        <a:ext cx="520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3810000" y="4230688"/>
          <a:ext cx="520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400050" imgH="657225" progId="Equation.3">
                  <p:embed/>
                </p:oleObj>
              </mc:Choice>
              <mc:Fallback>
                <p:oleObj name="" r:id="rId11" imgW="400050" imgH="65722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4230688"/>
                        <a:ext cx="520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Object 19"/>
          <p:cNvGraphicFramePr>
            <a:graphicFrameLocks noChangeAspect="1"/>
          </p:cNvGraphicFramePr>
          <p:nvPr/>
        </p:nvGraphicFramePr>
        <p:xfrm>
          <a:off x="1743075" y="5218113"/>
          <a:ext cx="51911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3" imgW="4037965" imgH="786130" progId="Equation.3">
                  <p:embed/>
                </p:oleObj>
              </mc:Choice>
              <mc:Fallback>
                <p:oleObj name="" r:id="rId13" imgW="4037965" imgH="78613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43075" y="5218113"/>
                        <a:ext cx="5191125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15"/>
          <p:cNvGraphicFramePr>
            <a:graphicFrameLocks noChangeAspect="1"/>
          </p:cNvGraphicFramePr>
          <p:nvPr/>
        </p:nvGraphicFramePr>
        <p:xfrm>
          <a:off x="4876800" y="5334000"/>
          <a:ext cx="596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5" imgW="459740" imgH="657225" progId="Equation.3">
                  <p:embed/>
                </p:oleObj>
              </mc:Choice>
              <mc:Fallback>
                <p:oleObj name="" r:id="rId15" imgW="459740" imgH="65722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5334000"/>
                        <a:ext cx="596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>
            <a:graphicFrameLocks noChangeAspect="1"/>
          </p:cNvGraphicFramePr>
          <p:nvPr/>
        </p:nvGraphicFramePr>
        <p:xfrm>
          <a:off x="5575300" y="5334000"/>
          <a:ext cx="520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7" imgW="400050" imgH="657225" progId="Equation.3">
                  <p:embed/>
                </p:oleObj>
              </mc:Choice>
              <mc:Fallback>
                <p:oleObj name="" r:id="rId17" imgW="400050" imgH="657225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75300" y="5334000"/>
                        <a:ext cx="520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3" name="Object 17"/>
          <p:cNvGraphicFramePr>
            <a:graphicFrameLocks noChangeAspect="1"/>
          </p:cNvGraphicFramePr>
          <p:nvPr/>
        </p:nvGraphicFramePr>
        <p:xfrm>
          <a:off x="6172200" y="5334000"/>
          <a:ext cx="520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9" imgW="400050" imgH="657225" progId="Equation.3">
                  <p:embed/>
                </p:oleObj>
              </mc:Choice>
              <mc:Fallback>
                <p:oleObj name="" r:id="rId19" imgW="400050" imgH="65722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72200" y="5334000"/>
                        <a:ext cx="520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8" name="Object 22"/>
          <p:cNvGraphicFramePr>
            <a:graphicFrameLocks noChangeAspect="1"/>
          </p:cNvGraphicFramePr>
          <p:nvPr/>
        </p:nvGraphicFramePr>
        <p:xfrm>
          <a:off x="2628900" y="2730500"/>
          <a:ext cx="1104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1" imgW="855345" imgH="657225" progId="Equation.3">
                  <p:embed/>
                </p:oleObj>
              </mc:Choice>
              <mc:Fallback>
                <p:oleObj name="" r:id="rId21" imgW="855345" imgH="65722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8900" y="2730500"/>
                        <a:ext cx="1104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9" name="Object 23"/>
          <p:cNvGraphicFramePr>
            <a:graphicFrameLocks noChangeAspect="1"/>
          </p:cNvGraphicFramePr>
          <p:nvPr/>
        </p:nvGraphicFramePr>
        <p:xfrm>
          <a:off x="3810000" y="2959100"/>
          <a:ext cx="220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23" imgW="1715135" imgH="311150" progId="Equation.3">
                  <p:embed/>
                </p:oleObj>
              </mc:Choice>
              <mc:Fallback>
                <p:oleObj name="" r:id="rId23" imgW="1715135" imgH="31115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2959100"/>
                        <a:ext cx="2209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Object 24"/>
          <p:cNvGraphicFramePr>
            <a:graphicFrameLocks noChangeAspect="1"/>
          </p:cNvGraphicFramePr>
          <p:nvPr/>
        </p:nvGraphicFramePr>
        <p:xfrm>
          <a:off x="6007100" y="2959100"/>
          <a:ext cx="1930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25" imgW="1497330" imgH="311150" progId="Equation.3">
                  <p:embed/>
                </p:oleObj>
              </mc:Choice>
              <mc:Fallback>
                <p:oleObj name="" r:id="rId25" imgW="1497330" imgH="31115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07100" y="2959100"/>
                        <a:ext cx="1930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9" name="Picture 38" descr="机动">
            <a:hlinkClick r:id="rId27" action="ppaction://hlinksldjump"/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90" name="Text Box 39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7191" name="Picture 40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92" name="Picture 41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93" name="Picture 42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94" name="Picture 43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95" name="Picture 44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1" grpId="0" animBg="1"/>
      <p:bldP spid="4102" grpId="0"/>
      <p:bldP spid="4104" grpId="0" animBg="1"/>
      <p:bldP spid="41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6" name="Rectangle 2"/>
          <p:cNvSpPr>
            <a:spLocks noGrp="1"/>
          </p:cNvSpPr>
          <p:nvPr>
            <p:ph type="title"/>
          </p:nvPr>
        </p:nvSpPr>
        <p:spPr>
          <a:xfrm>
            <a:off x="304800" y="806450"/>
            <a:ext cx="12192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又如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en-US" altLang="zh-CN" sz="2800" dirty="0">
              <a:ea typeface="楷体_GB2312" pitchFamily="49" charset="-122"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1500188" y="530225"/>
          <a:ext cx="2806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2179955" imgH="756285" progId="Equation.3">
                  <p:embed/>
                </p:oleObj>
              </mc:Choice>
              <mc:Fallback>
                <p:oleObj name="" r:id="rId1" imgW="2179955" imgH="75628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00188" y="530225"/>
                        <a:ext cx="28067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6254750" y="1524000"/>
          <a:ext cx="1955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1517650" imgH="657225" progId="Equation.3">
                  <p:embed/>
                </p:oleObj>
              </mc:Choice>
              <mc:Fallback>
                <p:oleObj name="" r:id="rId3" imgW="1517650" imgH="65722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0" y="1524000"/>
                        <a:ext cx="1955800" cy="8509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AutoShape 8"/>
          <p:cNvSpPr/>
          <p:nvPr/>
        </p:nvSpPr>
        <p:spPr>
          <a:xfrm>
            <a:off x="2819400" y="1720850"/>
            <a:ext cx="179388" cy="762000"/>
          </a:xfrm>
          <a:prstGeom prst="downArrow">
            <a:avLst>
              <a:gd name="adj1" fmla="val 50000"/>
              <a:gd name="adj2" fmla="val 106194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1184275" y="2430463"/>
          <a:ext cx="137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1062990" imgH="657225" progId="Equation.3">
                  <p:embed/>
                </p:oleObj>
              </mc:Choice>
              <mc:Fallback>
                <p:oleObj name="" r:id="rId5" imgW="1062990" imgH="657225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4275" y="2430463"/>
                        <a:ext cx="1371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1"/>
          <p:cNvSpPr txBox="1"/>
          <p:nvPr/>
        </p:nvSpPr>
        <p:spPr>
          <a:xfrm>
            <a:off x="3048000" y="3290888"/>
            <a:ext cx="1828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对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2" name="AutoShape 12"/>
          <p:cNvSpPr/>
          <p:nvPr/>
        </p:nvSpPr>
        <p:spPr>
          <a:xfrm>
            <a:off x="2819400" y="3198813"/>
            <a:ext cx="179388" cy="763587"/>
          </a:xfrm>
          <a:prstGeom prst="downArrow">
            <a:avLst>
              <a:gd name="adj1" fmla="val 50000"/>
              <a:gd name="adj2" fmla="val 10641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1422400" y="4054475"/>
          <a:ext cx="1143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7" imgW="884555" imgH="716915" progId="Equation.3">
                  <p:embed/>
                </p:oleObj>
              </mc:Choice>
              <mc:Fallback>
                <p:oleObj name="" r:id="rId7" imgW="884555" imgH="71691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22400" y="4054475"/>
                        <a:ext cx="1143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14"/>
          <p:cNvGraphicFramePr>
            <a:graphicFrameLocks noChangeAspect="1"/>
          </p:cNvGraphicFramePr>
          <p:nvPr/>
        </p:nvGraphicFramePr>
        <p:xfrm>
          <a:off x="1206500" y="5180013"/>
          <a:ext cx="3136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9" imgW="2436495" imgH="756285" progId="Equation.3">
                  <p:embed/>
                </p:oleObj>
              </mc:Choice>
              <mc:Fallback>
                <p:oleObj name="" r:id="rId9" imgW="2436495" imgH="756285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06500" y="5180013"/>
                        <a:ext cx="31369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5"/>
          <p:cNvGraphicFramePr>
            <a:graphicFrameLocks noChangeAspect="1"/>
          </p:cNvGraphicFramePr>
          <p:nvPr/>
        </p:nvGraphicFramePr>
        <p:xfrm>
          <a:off x="4483100" y="5245100"/>
          <a:ext cx="4279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1" imgW="3326130" imgH="657225" progId="Equation.3">
                  <p:embed/>
                </p:oleObj>
              </mc:Choice>
              <mc:Fallback>
                <p:oleObj name="" r:id="rId11" imgW="3326130" imgH="65722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83100" y="5245100"/>
                        <a:ext cx="4279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Text Box 17"/>
          <p:cNvSpPr txBox="1"/>
          <p:nvPr/>
        </p:nvSpPr>
        <p:spPr>
          <a:xfrm>
            <a:off x="2971800" y="17907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两边取对数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40" name="Object 20"/>
          <p:cNvGraphicFramePr>
            <a:graphicFrameLocks noChangeAspect="1"/>
          </p:cNvGraphicFramePr>
          <p:nvPr/>
        </p:nvGraphicFramePr>
        <p:xfrm>
          <a:off x="2514600" y="2654300"/>
          <a:ext cx="2743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3" imgW="2130425" imgH="360680" progId="Equation.3">
                  <p:embed/>
                </p:oleObj>
              </mc:Choice>
              <mc:Fallback>
                <p:oleObj name="" r:id="rId13" imgW="2130425" imgH="36068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2654300"/>
                        <a:ext cx="2743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1" name="Object 21"/>
          <p:cNvGraphicFramePr>
            <a:graphicFrameLocks noChangeAspect="1"/>
          </p:cNvGraphicFramePr>
          <p:nvPr/>
        </p:nvGraphicFramePr>
        <p:xfrm>
          <a:off x="5397500" y="2654300"/>
          <a:ext cx="3213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5" imgW="2496185" imgH="360680" progId="Equation.3">
                  <p:embed/>
                </p:oleObj>
              </mc:Choice>
              <mc:Fallback>
                <p:oleObj name="" r:id="rId15" imgW="2496185" imgH="36068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0" y="2654300"/>
                        <a:ext cx="3213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2" name="Object 22"/>
          <p:cNvGraphicFramePr>
            <a:graphicFrameLocks noChangeAspect="1"/>
          </p:cNvGraphicFramePr>
          <p:nvPr/>
        </p:nvGraphicFramePr>
        <p:xfrm>
          <a:off x="2565400" y="4062413"/>
          <a:ext cx="97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7" imgW="756285" imgH="657225" progId="Equation.3">
                  <p:embed/>
                </p:oleObj>
              </mc:Choice>
              <mc:Fallback>
                <p:oleObj name="" r:id="rId17" imgW="756285" imgH="65722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65400" y="4062413"/>
                        <a:ext cx="977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3" name="Object 23"/>
          <p:cNvGraphicFramePr>
            <a:graphicFrameLocks noChangeAspect="1"/>
          </p:cNvGraphicFramePr>
          <p:nvPr/>
        </p:nvGraphicFramePr>
        <p:xfrm>
          <a:off x="3632200" y="4062413"/>
          <a:ext cx="762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9" imgW="588010" imgH="657225" progId="Equation.3">
                  <p:embed/>
                </p:oleObj>
              </mc:Choice>
              <mc:Fallback>
                <p:oleObj name="" r:id="rId19" imgW="588010" imgH="657225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32200" y="4062413"/>
                        <a:ext cx="762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4" name="Object 24"/>
          <p:cNvGraphicFramePr>
            <a:graphicFrameLocks noChangeAspect="1"/>
          </p:cNvGraphicFramePr>
          <p:nvPr/>
        </p:nvGraphicFramePr>
        <p:xfrm>
          <a:off x="4470400" y="4062413"/>
          <a:ext cx="1016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1" imgW="786130" imgH="657225" progId="Equation.3">
                  <p:embed/>
                </p:oleObj>
              </mc:Choice>
              <mc:Fallback>
                <p:oleObj name="" r:id="rId21" imgW="786130" imgH="657225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70400" y="4062413"/>
                        <a:ext cx="1016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5" name="Object 25"/>
          <p:cNvGraphicFramePr>
            <a:graphicFrameLocks noChangeAspect="1"/>
          </p:cNvGraphicFramePr>
          <p:nvPr/>
        </p:nvGraphicFramePr>
        <p:xfrm>
          <a:off x="5537200" y="4062413"/>
          <a:ext cx="1244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23" imgW="963930" imgH="657225" progId="Equation.3">
                  <p:embed/>
                </p:oleObj>
              </mc:Choice>
              <mc:Fallback>
                <p:oleObj name="" r:id="rId23" imgW="963930" imgH="657225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37200" y="4062413"/>
                        <a:ext cx="1244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11" name="Picture 33" descr="机动">
            <a:hlinkClick r:id="rId25" action="ppaction://hlinksldjump"/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12" name="Text Box 34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8213" name="Picture 35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14" name="Picture 36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15" name="Picture 37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16" name="Picture 38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17" name="Picture 39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nimBg="1"/>
      <p:bldP spid="5131" grpId="0"/>
      <p:bldP spid="5132" grpId="0" animBg="1"/>
      <p:bldP spid="51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31" name="Rectangle 2"/>
          <p:cNvSpPr>
            <a:spLocks noGrp="1"/>
          </p:cNvSpPr>
          <p:nvPr>
            <p:ph type="title"/>
          </p:nvPr>
        </p:nvSpPr>
        <p:spPr>
          <a:xfrm>
            <a:off x="533400" y="263525"/>
            <a:ext cx="65532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ea typeface="楷体_GB2312" pitchFamily="49" charset="-122"/>
              </a:rPr>
              <a:t>二、由参数方程确定的函数的导数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609600" y="1050925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若参数方程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527300" y="900113"/>
          <a:ext cx="1435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111885" imgH="676910" progId="Equation.3">
                  <p:embed/>
                </p:oleObj>
              </mc:Choice>
              <mc:Fallback>
                <p:oleObj name="" r:id="rId1" imgW="1111885" imgH="67691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27300" y="900113"/>
                        <a:ext cx="14351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"/>
          <p:cNvSpPr txBox="1"/>
          <p:nvPr/>
        </p:nvSpPr>
        <p:spPr>
          <a:xfrm>
            <a:off x="4038600" y="1081088"/>
            <a:ext cx="487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可确定一个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之间的函数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1181100" y="190500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1151890" imgH="311150" progId="Equation.3">
                  <p:embed/>
                </p:oleObj>
              </mc:Choice>
              <mc:Fallback>
                <p:oleObj name="" r:id="rId3" imgW="1151890" imgH="31115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81100" y="1905000"/>
                        <a:ext cx="1485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/>
          <p:nvPr/>
        </p:nvSpPr>
        <p:spPr>
          <a:xfrm>
            <a:off x="2667000" y="18415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可导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4089400" y="1778000"/>
          <a:ext cx="345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2684145" imgH="390525" progId="Equation.3">
                  <p:embed/>
                </p:oleObj>
              </mc:Choice>
              <mc:Fallback>
                <p:oleObj name="" r:id="rId5" imgW="2684145" imgH="390525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89400" y="1778000"/>
                        <a:ext cx="3454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/>
          <p:nvPr/>
        </p:nvSpPr>
        <p:spPr>
          <a:xfrm>
            <a:off x="7543800" y="1752600"/>
            <a:ext cx="60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762000" y="2516188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7" imgW="993775" imgH="321310" progId="Equation.3">
                  <p:embed/>
                </p:oleObj>
              </mc:Choice>
              <mc:Fallback>
                <p:oleObj name="" r:id="rId7" imgW="993775" imgH="32131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2516188"/>
                        <a:ext cx="1282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Text Box 11"/>
          <p:cNvSpPr txBox="1"/>
          <p:nvPr/>
        </p:nvSpPr>
        <p:spPr>
          <a:xfrm>
            <a:off x="1981200" y="24384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2076450" y="2982913"/>
          <a:ext cx="723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558800" imgH="716915" progId="Equation.3">
                  <p:embed/>
                </p:oleObj>
              </mc:Choice>
              <mc:Fallback>
                <p:oleObj name="" r:id="rId9" imgW="558800" imgH="71691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76450" y="2982913"/>
                        <a:ext cx="723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2933700" y="2982913"/>
          <a:ext cx="100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1" imgW="775970" imgH="716915" progId="Equation.3">
                  <p:embed/>
                </p:oleObj>
              </mc:Choice>
              <mc:Fallback>
                <p:oleObj name="" r:id="rId11" imgW="775970" imgH="716915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3700" y="2982913"/>
                        <a:ext cx="1003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4"/>
          <p:cNvGraphicFramePr>
            <a:graphicFrameLocks noChangeAspect="1"/>
          </p:cNvGraphicFramePr>
          <p:nvPr/>
        </p:nvGraphicFramePr>
        <p:xfrm>
          <a:off x="4121150" y="2971800"/>
          <a:ext cx="13335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3" imgW="1033145" imgH="1072515" progId="Equation.3">
                  <p:embed/>
                </p:oleObj>
              </mc:Choice>
              <mc:Fallback>
                <p:oleObj name="" r:id="rId13" imgW="1033145" imgH="107251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1150" y="2971800"/>
                        <a:ext cx="1333500" cy="1384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5"/>
          <p:cNvGraphicFramePr>
            <a:graphicFrameLocks noChangeAspect="1"/>
          </p:cNvGraphicFramePr>
          <p:nvPr/>
        </p:nvGraphicFramePr>
        <p:xfrm>
          <a:off x="5702300" y="4651375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5" imgW="825500" imgH="716915" progId="Equation.3">
                  <p:embed/>
                </p:oleObj>
              </mc:Choice>
              <mc:Fallback>
                <p:oleObj name="" r:id="rId15" imgW="825500" imgH="71691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02300" y="4651375"/>
                        <a:ext cx="1066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6"/>
          <p:cNvGraphicFramePr>
            <a:graphicFrameLocks noChangeAspect="1"/>
          </p:cNvGraphicFramePr>
          <p:nvPr/>
        </p:nvGraphicFramePr>
        <p:xfrm>
          <a:off x="762000" y="4100513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7" imgW="1013460" imgH="321310" progId="Equation.3">
                  <p:embed/>
                </p:oleObj>
              </mc:Choice>
              <mc:Fallback>
                <p:oleObj name="" r:id="rId17" imgW="1013460" imgH="32131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4100513"/>
                        <a:ext cx="1308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Text Box 17"/>
          <p:cNvSpPr txBox="1"/>
          <p:nvPr/>
        </p:nvSpPr>
        <p:spPr>
          <a:xfrm>
            <a:off x="1992313" y="4022725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62" name="Object 18"/>
          <p:cNvGraphicFramePr>
            <a:graphicFrameLocks noChangeAspect="1"/>
          </p:cNvGraphicFramePr>
          <p:nvPr/>
        </p:nvGraphicFramePr>
        <p:xfrm>
          <a:off x="2152650" y="4648200"/>
          <a:ext cx="723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9" imgW="558800" imgH="716915" progId="Equation.3">
                  <p:embed/>
                </p:oleObj>
              </mc:Choice>
              <mc:Fallback>
                <p:oleObj name="" r:id="rId19" imgW="558800" imgH="716915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52650" y="4648200"/>
                        <a:ext cx="723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19"/>
          <p:cNvGraphicFramePr>
            <a:graphicFrameLocks noChangeAspect="1"/>
          </p:cNvGraphicFramePr>
          <p:nvPr/>
        </p:nvGraphicFramePr>
        <p:xfrm>
          <a:off x="2997200" y="4648200"/>
          <a:ext cx="100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21" imgW="775970" imgH="716915" progId="Equation.3">
                  <p:embed/>
                </p:oleObj>
              </mc:Choice>
              <mc:Fallback>
                <p:oleObj name="" r:id="rId21" imgW="775970" imgH="716915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97200" y="4648200"/>
                        <a:ext cx="1003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" name="Object 20"/>
          <p:cNvGraphicFramePr>
            <a:graphicFrameLocks noChangeAspect="1"/>
          </p:cNvGraphicFramePr>
          <p:nvPr/>
        </p:nvGraphicFramePr>
        <p:xfrm>
          <a:off x="4152900" y="4651375"/>
          <a:ext cx="14605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23" imgW="1131570" imgH="1072515" progId="Equation.3">
                  <p:embed/>
                </p:oleObj>
              </mc:Choice>
              <mc:Fallback>
                <p:oleObj name="" r:id="rId23" imgW="1131570" imgH="1072515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52900" y="4651375"/>
                        <a:ext cx="1460500" cy="1384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/>
          <p:cNvGraphicFramePr>
            <a:graphicFrameLocks noChangeAspect="1"/>
          </p:cNvGraphicFramePr>
          <p:nvPr/>
        </p:nvGraphicFramePr>
        <p:xfrm>
          <a:off x="5562600" y="2994025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25" imgW="825500" imgH="716915" progId="Equation.3">
                  <p:embed/>
                </p:oleObj>
              </mc:Choice>
              <mc:Fallback>
                <p:oleObj name="" r:id="rId25" imgW="825500" imgH="716915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2994025"/>
                        <a:ext cx="1066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/>
          <p:cNvSpPr txBox="1"/>
          <p:nvPr/>
        </p:nvSpPr>
        <p:spPr>
          <a:xfrm>
            <a:off x="1066800" y="5715000"/>
            <a:ext cx="419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此时看成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的函数 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67" name="Text Box 23"/>
          <p:cNvSpPr txBox="1"/>
          <p:nvPr/>
        </p:nvSpPr>
        <p:spPr>
          <a:xfrm>
            <a:off x="228600" y="18415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关系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9240" name="Picture 31" descr="机动">
            <a:hlinkClick r:id="rId27" action="ppaction://hlinksldjump"/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41" name="Text Box 32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9242" name="Picture 33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43" name="Picture 34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44" name="Picture 35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45" name="Picture 36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46" name="Picture 37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9" grpId="0"/>
      <p:bldP spid="6151" grpId="0"/>
      <p:bldP spid="6153" grpId="0"/>
      <p:bldP spid="6155" grpId="0"/>
      <p:bldP spid="6161" grpId="0"/>
      <p:bldP spid="6166" grpId="0"/>
      <p:bldP spid="61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57" name="Rectangle 2"/>
          <p:cNvSpPr>
            <a:spLocks noGrp="1"/>
          </p:cNvSpPr>
          <p:nvPr>
            <p:ph type="title"/>
          </p:nvPr>
        </p:nvSpPr>
        <p:spPr>
          <a:xfrm>
            <a:off x="533400" y="287338"/>
            <a:ext cx="31242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若上述参数方程中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0242" name="Object 5"/>
          <p:cNvGraphicFramePr>
            <a:graphicFrameLocks noChangeAspect="1"/>
          </p:cNvGraphicFramePr>
          <p:nvPr/>
        </p:nvGraphicFramePr>
        <p:xfrm>
          <a:off x="3467100" y="434975"/>
          <a:ext cx="14859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1151890" imgH="311150" progId="Equation.3">
                  <p:embed/>
                </p:oleObj>
              </mc:Choice>
              <mc:Fallback>
                <p:oleObj name="" r:id="rId1" imgW="1151890" imgH="31115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67100" y="434975"/>
                        <a:ext cx="14859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Text Box 6"/>
          <p:cNvSpPr txBox="1"/>
          <p:nvPr/>
        </p:nvSpPr>
        <p:spPr>
          <a:xfrm>
            <a:off x="4956175" y="38100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二阶可导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1617663" y="3135313"/>
          <a:ext cx="9620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3" imgW="765810" imgH="815340" progId="Equation.3">
                  <p:embed/>
                </p:oleObj>
              </mc:Choice>
              <mc:Fallback>
                <p:oleObj name="" r:id="rId3" imgW="765810" imgH="81534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7663" y="3135313"/>
                        <a:ext cx="96202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2671763" y="3176588"/>
          <a:ext cx="10826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5" imgW="864870" imgH="716915" progId="Equation.3">
                  <p:embed/>
                </p:oleObj>
              </mc:Choice>
              <mc:Fallback>
                <p:oleObj name="" r:id="rId5" imgW="864870" imgH="716915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71763" y="3176588"/>
                        <a:ext cx="1082675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2192338" y="4613275"/>
          <a:ext cx="32861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7" imgW="93980" imgH="74295" progId="Equation.3">
                  <p:embed/>
                </p:oleObj>
              </mc:Choice>
              <mc:Fallback>
                <p:oleObj name="" r:id="rId7" imgW="93980" imgH="74295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2338" y="4613275"/>
                        <a:ext cx="328612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Line 13"/>
          <p:cNvSpPr/>
          <p:nvPr/>
        </p:nvSpPr>
        <p:spPr>
          <a:xfrm flipV="1">
            <a:off x="2649538" y="4724400"/>
            <a:ext cx="3598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3922713" y="4724400"/>
          <a:ext cx="8858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9" imgW="706755" imgH="390525" progId="Equation.3">
                  <p:embed/>
                </p:oleObj>
              </mc:Choice>
              <mc:Fallback>
                <p:oleObj name="" r:id="rId9" imgW="706755" imgH="39052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2713" y="4724400"/>
                        <a:ext cx="885825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2744788" y="4241800"/>
          <a:ext cx="1454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1" imgW="1161415" imgH="321310" progId="Equation.3">
                  <p:embed/>
                </p:oleObj>
              </mc:Choice>
              <mc:Fallback>
                <p:oleObj name="" r:id="rId11" imgW="1161415" imgH="32131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44788" y="4241800"/>
                        <a:ext cx="14541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4222750" y="4241800"/>
          <a:ext cx="17097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3" imgW="1369060" imgH="321310" progId="Equation.3">
                  <p:embed/>
                </p:oleObj>
              </mc:Choice>
              <mc:Fallback>
                <p:oleObj name="" r:id="rId13" imgW="1369060" imgH="32131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22750" y="4241800"/>
                        <a:ext cx="17097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Line 17"/>
          <p:cNvSpPr/>
          <p:nvPr/>
        </p:nvSpPr>
        <p:spPr>
          <a:xfrm flipH="1">
            <a:off x="6248400" y="4191000"/>
            <a:ext cx="304800" cy="1066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6535738" y="4622800"/>
          <a:ext cx="7032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5" imgW="558800" imgH="321310" progId="Equation.3">
                  <p:embed/>
                </p:oleObj>
              </mc:Choice>
              <mc:Fallback>
                <p:oleObj name="" r:id="rId15" imgW="558800" imgH="32131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5738" y="4622800"/>
                        <a:ext cx="70326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2133600" y="5400675"/>
          <a:ext cx="34988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7" imgW="2802255" imgH="736600" progId="Equation.3">
                  <p:embed/>
                </p:oleObj>
              </mc:Choice>
              <mc:Fallback>
                <p:oleObj name="" r:id="rId17" imgW="2802255" imgH="7366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5400675"/>
                        <a:ext cx="349885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4" name="Object 24"/>
          <p:cNvGraphicFramePr>
            <a:graphicFrameLocks noChangeAspect="1"/>
          </p:cNvGraphicFramePr>
          <p:nvPr/>
        </p:nvGraphicFramePr>
        <p:xfrm>
          <a:off x="3906838" y="3208338"/>
          <a:ext cx="17605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9" imgW="1408430" imgH="716915" progId="Equation.3">
                  <p:embed/>
                </p:oleObj>
              </mc:Choice>
              <mc:Fallback>
                <p:oleObj name="" r:id="rId19" imgW="1408430" imgH="716915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06838" y="3208338"/>
                        <a:ext cx="1760537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6"/>
          <p:cNvGraphicFramePr>
            <a:graphicFrameLocks noChangeAspect="1"/>
          </p:cNvGraphicFramePr>
          <p:nvPr/>
        </p:nvGraphicFramePr>
        <p:xfrm>
          <a:off x="5524500" y="3290888"/>
          <a:ext cx="4064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21" imgW="321310" imgH="716915" progId="Equation.3">
                  <p:embed/>
                </p:oleObj>
              </mc:Choice>
              <mc:Fallback>
                <p:oleObj name="" r:id="rId21" imgW="321310" imgH="71691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24500" y="3290888"/>
                        <a:ext cx="40640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30"/>
          <p:cNvGraphicFramePr>
            <a:graphicFrameLocks noChangeAspect="1"/>
          </p:cNvGraphicFramePr>
          <p:nvPr/>
        </p:nvGraphicFramePr>
        <p:xfrm>
          <a:off x="3814763" y="2224088"/>
          <a:ext cx="15144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23" imgW="1210945" imgH="716915" progId="Equation.3">
                  <p:embed/>
                </p:oleObj>
              </mc:Choice>
              <mc:Fallback>
                <p:oleObj name="" r:id="rId23" imgW="1210945" imgH="71691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4763" y="2224088"/>
                        <a:ext cx="1514475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31"/>
          <p:cNvGraphicFramePr>
            <a:graphicFrameLocks noChangeAspect="1"/>
          </p:cNvGraphicFramePr>
          <p:nvPr/>
        </p:nvGraphicFramePr>
        <p:xfrm>
          <a:off x="3886200" y="1676400"/>
          <a:ext cx="11938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25" imgW="924560" imgH="311150" progId="Equation.3">
                  <p:embed/>
                </p:oleObj>
              </mc:Choice>
              <mc:Fallback>
                <p:oleObj name="" r:id="rId25" imgW="924560" imgH="31115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1676400"/>
                        <a:ext cx="11938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AutoShape 33"/>
          <p:cNvSpPr/>
          <p:nvPr/>
        </p:nvSpPr>
        <p:spPr>
          <a:xfrm>
            <a:off x="3581400" y="17526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62" name="Text Box 35"/>
          <p:cNvSpPr txBox="1"/>
          <p:nvPr/>
        </p:nvSpPr>
        <p:spPr>
          <a:xfrm>
            <a:off x="6553200" y="304800"/>
            <a:ext cx="5905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且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55" name="Object 36"/>
          <p:cNvGraphicFramePr>
            <a:graphicFrameLocks noChangeAspect="1"/>
          </p:cNvGraphicFramePr>
          <p:nvPr/>
        </p:nvGraphicFramePr>
        <p:xfrm>
          <a:off x="7137400" y="428625"/>
          <a:ext cx="1397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27" imgW="1082675" imgH="321310" progId="Equation.3">
                  <p:embed/>
                </p:oleObj>
              </mc:Choice>
              <mc:Fallback>
                <p:oleObj name="" r:id="rId27" imgW="1082675" imgH="32131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37400" y="428625"/>
                        <a:ext cx="13970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7" name="Text Box 37"/>
          <p:cNvSpPr txBox="1"/>
          <p:nvPr/>
        </p:nvSpPr>
        <p:spPr>
          <a:xfrm>
            <a:off x="152400" y="928688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则由它确定的函数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638" name="Object 38"/>
          <p:cNvGraphicFramePr>
            <a:graphicFrameLocks noChangeAspect="1"/>
          </p:cNvGraphicFramePr>
          <p:nvPr/>
        </p:nvGraphicFramePr>
        <p:xfrm>
          <a:off x="3098800" y="1069975"/>
          <a:ext cx="13208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29" imgW="1022985" imgH="311150" progId="Equation.3">
                  <p:embed/>
                </p:oleObj>
              </mc:Choice>
              <mc:Fallback>
                <p:oleObj name="" r:id="rId29" imgW="1022985" imgH="31115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98800" y="1069975"/>
                        <a:ext cx="13208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9" name="Text Box 39"/>
          <p:cNvSpPr txBox="1"/>
          <p:nvPr/>
        </p:nvSpPr>
        <p:spPr>
          <a:xfrm>
            <a:off x="4419600" y="1004888"/>
            <a:ext cx="24955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可求二阶导数 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40" name="Text Box 40"/>
          <p:cNvSpPr txBox="1"/>
          <p:nvPr/>
        </p:nvSpPr>
        <p:spPr>
          <a:xfrm>
            <a:off x="533400" y="1995488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利用新的参数方程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41" name="Text Box 41"/>
          <p:cNvSpPr txBox="1"/>
          <p:nvPr/>
        </p:nvSpPr>
        <p:spPr>
          <a:xfrm>
            <a:off x="5410200" y="1981200"/>
            <a:ext cx="984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可得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0267" name="Picture 49" descr="机动">
            <a:hlinkClick r:id="rId31" action="ppaction://hlinksldjump"/>
          </p:cNvPr>
          <p:cNvPicPr>
            <a:picLocks noChangeAspect="1"/>
          </p:cNvPicPr>
          <p:nvPr/>
        </p:nvPicPr>
        <p:blipFill>
          <a:blip r:embed="rId32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68" name="Text Box 50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0269" name="Picture 51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0" name="Picture 52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1" name="Picture 53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2" name="Picture 54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3" name="Picture 55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3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3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4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4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3" grpId="0" animBg="1"/>
      <p:bldP spid="25637" grpId="0" build="p"/>
      <p:bldP spid="25639" grpId="0" advAuto="1000" build="p"/>
      <p:bldP spid="25640" grpId="0" build="p"/>
      <p:bldP spid="2564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4381500" y="304800"/>
          <a:ext cx="2247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1744980" imgH="904240" progId="Equation.3">
                  <p:embed/>
                </p:oleObj>
              </mc:Choice>
              <mc:Fallback>
                <p:oleObj name="" r:id="rId1" imgW="1744980" imgH="90424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81500" y="304800"/>
                        <a:ext cx="2247900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7"/>
          <p:cNvGraphicFramePr>
            <a:graphicFrameLocks noChangeAspect="1"/>
          </p:cNvGraphicFramePr>
          <p:nvPr/>
        </p:nvGraphicFramePr>
        <p:xfrm>
          <a:off x="3308350" y="528638"/>
          <a:ext cx="939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726440" imgH="716915" progId="Equation.3">
                  <p:embed/>
                </p:oleObj>
              </mc:Choice>
              <mc:Fallback>
                <p:oleObj name="" r:id="rId3" imgW="726440" imgH="716915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08350" y="528638"/>
                        <a:ext cx="939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8"/>
          <p:cNvGraphicFramePr>
            <a:graphicFrameLocks noChangeAspect="1"/>
          </p:cNvGraphicFramePr>
          <p:nvPr/>
        </p:nvGraphicFramePr>
        <p:xfrm>
          <a:off x="2514600" y="533400"/>
          <a:ext cx="723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5" imgW="558800" imgH="716915" progId="Equation.3">
                  <p:embed/>
                </p:oleObj>
              </mc:Choice>
              <mc:Fallback>
                <p:oleObj name="" r:id="rId5" imgW="558800" imgH="716915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533400"/>
                        <a:ext cx="723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/>
        </p:nvGraphicFramePr>
        <p:xfrm>
          <a:off x="5045075" y="757238"/>
          <a:ext cx="3460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153035" imgH="172720" progId="Equation.3">
                  <p:embed/>
                </p:oleObj>
              </mc:Choice>
              <mc:Fallback>
                <p:oleObj name="" r:id="rId7" imgW="153035" imgH="17272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5075" y="757238"/>
                        <a:ext cx="346075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" name="Text Box 2"/>
          <p:cNvSpPr txBox="1"/>
          <p:nvPr/>
        </p:nvSpPr>
        <p:spPr>
          <a:xfrm>
            <a:off x="6705600" y="593725"/>
            <a:ext cx="990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dirty="0">
                <a:latin typeface="Times New Roman" panose="02020603050405020304" pitchFamily="18" charset="0"/>
                <a:ea typeface="仿宋_GB2312" pitchFamily="49" charset="-122"/>
              </a:rPr>
              <a:t>?</a:t>
            </a:r>
            <a:endParaRPr lang="en-US" altLang="zh-CN" sz="4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6627" name="Rectangle 3"/>
          <p:cNvSpPr/>
          <p:nvPr/>
        </p:nvSpPr>
        <p:spPr>
          <a:xfrm>
            <a:off x="6705600" y="609600"/>
            <a:ext cx="914400" cy="762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8" name="Rectangle 4"/>
          <p:cNvSpPr>
            <a:spLocks noGrp="1"/>
          </p:cNvSpPr>
          <p:nvPr>
            <p:ph type="title"/>
          </p:nvPr>
        </p:nvSpPr>
        <p:spPr>
          <a:xfrm>
            <a:off x="539750" y="1893888"/>
            <a:ext cx="1447800" cy="620712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4.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26645" name="Object 21"/>
          <p:cNvGraphicFramePr>
            <a:graphicFrameLocks noChangeAspect="1"/>
          </p:cNvGraphicFramePr>
          <p:nvPr/>
        </p:nvGraphicFramePr>
        <p:xfrm>
          <a:off x="2120900" y="1752600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9" imgW="1013460" imgH="321310" progId="Equation.3">
                  <p:embed/>
                </p:oleObj>
              </mc:Choice>
              <mc:Fallback>
                <p:oleObj name="" r:id="rId9" imgW="1013460" imgH="32131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0900" y="1752600"/>
                        <a:ext cx="1308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6" name="Text Box 22"/>
          <p:cNvSpPr txBox="1"/>
          <p:nvPr/>
        </p:nvSpPr>
        <p:spPr>
          <a:xfrm>
            <a:off x="4495800" y="19431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47" name="Object 23"/>
          <p:cNvGraphicFramePr>
            <a:graphicFrameLocks noChangeAspect="1"/>
          </p:cNvGraphicFramePr>
          <p:nvPr/>
        </p:nvGraphicFramePr>
        <p:xfrm>
          <a:off x="5156200" y="2022475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1" imgW="1141730" imgH="321310" progId="Equation.3">
                  <p:embed/>
                </p:oleObj>
              </mc:Choice>
              <mc:Fallback>
                <p:oleObj name="" r:id="rId11" imgW="1141730" imgH="32131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56200" y="2022475"/>
                        <a:ext cx="14732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8" name="Text Box 24"/>
          <p:cNvSpPr txBox="1"/>
          <p:nvPr/>
        </p:nvSpPr>
        <p:spPr>
          <a:xfrm>
            <a:off x="6553200" y="1898650"/>
            <a:ext cx="60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49" name="Object 25"/>
          <p:cNvGraphicFramePr>
            <a:graphicFrameLocks noChangeAspect="1"/>
          </p:cNvGraphicFramePr>
          <p:nvPr/>
        </p:nvGraphicFramePr>
        <p:xfrm>
          <a:off x="7067550" y="1676400"/>
          <a:ext cx="800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3" imgW="617855" imgH="756285" progId="Equation.3">
                  <p:embed/>
                </p:oleObj>
              </mc:Choice>
              <mc:Fallback>
                <p:oleObj name="" r:id="rId13" imgW="617855" imgH="756285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67550" y="1676400"/>
                        <a:ext cx="8001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0" name="Object 26"/>
          <p:cNvGraphicFramePr>
            <a:graphicFrameLocks noChangeAspect="1"/>
          </p:cNvGraphicFramePr>
          <p:nvPr/>
        </p:nvGraphicFramePr>
        <p:xfrm>
          <a:off x="1276350" y="2971800"/>
          <a:ext cx="2184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5" imgW="1695450" imgH="716915" progId="Equation.3">
                  <p:embed/>
                </p:oleObj>
              </mc:Choice>
              <mc:Fallback>
                <p:oleObj name="" r:id="rId15" imgW="1695450" imgH="716915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6350" y="2971800"/>
                        <a:ext cx="2184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1" name="Object 27"/>
          <p:cNvGraphicFramePr>
            <a:graphicFrameLocks noChangeAspect="1"/>
          </p:cNvGraphicFramePr>
          <p:nvPr/>
        </p:nvGraphicFramePr>
        <p:xfrm>
          <a:off x="2306638" y="2971800"/>
          <a:ext cx="95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7" imgW="736600" imgH="321310" progId="Equation.3">
                  <p:embed/>
                </p:oleObj>
              </mc:Choice>
              <mc:Fallback>
                <p:oleObj name="" r:id="rId17" imgW="736600" imgH="32131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06638" y="2971800"/>
                        <a:ext cx="952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28"/>
          <p:cNvGraphicFramePr>
            <a:graphicFrameLocks noChangeAspect="1"/>
          </p:cNvGraphicFramePr>
          <p:nvPr/>
        </p:nvGraphicFramePr>
        <p:xfrm>
          <a:off x="2362200" y="3467100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9" imgW="617855" imgH="321310" progId="Equation.3">
                  <p:embed/>
                </p:oleObj>
              </mc:Choice>
              <mc:Fallback>
                <p:oleObj name="" r:id="rId19" imgW="617855" imgH="32131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62200" y="3467100"/>
                        <a:ext cx="800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29"/>
          <p:cNvGraphicFramePr>
            <a:graphicFrameLocks noChangeAspect="1"/>
          </p:cNvGraphicFramePr>
          <p:nvPr/>
        </p:nvGraphicFramePr>
        <p:xfrm>
          <a:off x="3505200" y="3225800"/>
          <a:ext cx="55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21" imgW="429895" imgH="271780" progId="Equation.3">
                  <p:embed/>
                </p:oleObj>
              </mc:Choice>
              <mc:Fallback>
                <p:oleObj name="" r:id="rId21" imgW="429895" imgH="27178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3225800"/>
                        <a:ext cx="5588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4" name="Object 30"/>
          <p:cNvGraphicFramePr>
            <a:graphicFrameLocks noChangeAspect="1"/>
          </p:cNvGraphicFramePr>
          <p:nvPr/>
        </p:nvGraphicFramePr>
        <p:xfrm>
          <a:off x="4572000" y="2832100"/>
          <a:ext cx="21717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23" imgW="1685290" imgH="815340" progId="Equation.3">
                  <p:embed/>
                </p:oleObj>
              </mc:Choice>
              <mc:Fallback>
                <p:oleObj name="" r:id="rId23" imgW="1685290" imgH="81534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2832100"/>
                        <a:ext cx="21717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5" name="Object 31"/>
          <p:cNvGraphicFramePr>
            <a:graphicFrameLocks noChangeAspect="1"/>
          </p:cNvGraphicFramePr>
          <p:nvPr/>
        </p:nvGraphicFramePr>
        <p:xfrm>
          <a:off x="6026150" y="2971800"/>
          <a:ext cx="2222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25" imgW="64135" imgH="123825" progId="Equation.3">
                  <p:embed/>
                </p:oleObj>
              </mc:Choice>
              <mc:Fallback>
                <p:oleObj name="" r:id="rId25" imgW="64135" imgH="123825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26150" y="2971800"/>
                        <a:ext cx="22225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32"/>
          <p:cNvGraphicFramePr>
            <a:graphicFrameLocks noChangeAspect="1"/>
          </p:cNvGraphicFramePr>
          <p:nvPr/>
        </p:nvGraphicFramePr>
        <p:xfrm>
          <a:off x="5791200" y="3390900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27" imgW="617855" imgH="321310" progId="Equation.3">
                  <p:embed/>
                </p:oleObj>
              </mc:Choice>
              <mc:Fallback>
                <p:oleObj name="" r:id="rId27" imgW="617855" imgH="32131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3390900"/>
                        <a:ext cx="800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3" name="Text Box 33"/>
          <p:cNvSpPr txBox="1"/>
          <p:nvPr/>
        </p:nvSpPr>
        <p:spPr>
          <a:xfrm>
            <a:off x="1600200" y="70008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已知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58" name="Text Box 34"/>
          <p:cNvSpPr txBox="1"/>
          <p:nvPr/>
        </p:nvSpPr>
        <p:spPr>
          <a:xfrm>
            <a:off x="539750" y="3136900"/>
            <a:ext cx="6619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0" name="AutoShape 36"/>
          <p:cNvSpPr/>
          <p:nvPr/>
        </p:nvSpPr>
        <p:spPr>
          <a:xfrm>
            <a:off x="1828800" y="1828800"/>
            <a:ext cx="152400" cy="762000"/>
          </a:xfrm>
          <a:prstGeom prst="leftBrace">
            <a:avLst>
              <a:gd name="adj1" fmla="val 41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61" name="Object 37"/>
          <p:cNvGraphicFramePr>
            <a:graphicFrameLocks noChangeAspect="1"/>
          </p:cNvGraphicFramePr>
          <p:nvPr/>
        </p:nvGraphicFramePr>
        <p:xfrm>
          <a:off x="2057400" y="2209800"/>
          <a:ext cx="242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29" imgW="1883410" imgH="321310" progId="Equation.3">
                  <p:embed/>
                </p:oleObj>
              </mc:Choice>
              <mc:Fallback>
                <p:oleObj name="" r:id="rId29" imgW="1883410" imgH="32131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2209800"/>
                        <a:ext cx="2425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2" name="Text Box 38"/>
          <p:cNvSpPr txBox="1"/>
          <p:nvPr/>
        </p:nvSpPr>
        <p:spPr>
          <a:xfrm>
            <a:off x="539750" y="4129088"/>
            <a:ext cx="3041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练习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63" name="Object 39"/>
          <p:cNvGraphicFramePr>
            <a:graphicFrameLocks noChangeAspect="1"/>
          </p:cNvGraphicFramePr>
          <p:nvPr/>
        </p:nvGraphicFramePr>
        <p:xfrm>
          <a:off x="1200150" y="4813300"/>
          <a:ext cx="1600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31" imgW="1240790" imgH="845185" progId="Equation.3">
                  <p:embed/>
                </p:oleObj>
              </mc:Choice>
              <mc:Fallback>
                <p:oleObj name="" r:id="rId31" imgW="1240790" imgH="84518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00150" y="4813300"/>
                        <a:ext cx="16002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4" name="Object 40"/>
          <p:cNvGraphicFramePr>
            <a:graphicFrameLocks noChangeAspect="1"/>
          </p:cNvGraphicFramePr>
          <p:nvPr/>
        </p:nvGraphicFramePr>
        <p:xfrm>
          <a:off x="3556000" y="4864100"/>
          <a:ext cx="723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3" imgW="558800" imgH="716915" progId="Equation.3">
                  <p:embed/>
                </p:oleObj>
              </mc:Choice>
              <mc:Fallback>
                <p:oleObj name="" r:id="rId33" imgW="558800" imgH="71691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56000" y="4864100"/>
                        <a:ext cx="723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5" name="Object 41"/>
          <p:cNvGraphicFramePr>
            <a:graphicFrameLocks noChangeAspect="1"/>
          </p:cNvGraphicFramePr>
          <p:nvPr/>
        </p:nvGraphicFramePr>
        <p:xfrm>
          <a:off x="4416425" y="4864100"/>
          <a:ext cx="609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5" imgW="469265" imgH="657225" progId="Equation.3">
                  <p:embed/>
                </p:oleObj>
              </mc:Choice>
              <mc:Fallback>
                <p:oleObj name="" r:id="rId35" imgW="469265" imgH="657225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16425" y="4864100"/>
                        <a:ext cx="609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6" name="Object 42"/>
          <p:cNvGraphicFramePr>
            <a:graphicFrameLocks noChangeAspect="1"/>
          </p:cNvGraphicFramePr>
          <p:nvPr/>
        </p:nvGraphicFramePr>
        <p:xfrm>
          <a:off x="5546725" y="4838700"/>
          <a:ext cx="990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7" imgW="765810" imgH="756285" progId="Equation.3">
                  <p:embed/>
                </p:oleObj>
              </mc:Choice>
              <mc:Fallback>
                <p:oleObj name="" r:id="rId37" imgW="765810" imgH="75628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46725" y="4838700"/>
                        <a:ext cx="990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7" name="Object 43"/>
          <p:cNvGraphicFramePr>
            <a:graphicFrameLocks noChangeAspect="1"/>
          </p:cNvGraphicFramePr>
          <p:nvPr/>
        </p:nvGraphicFramePr>
        <p:xfrm>
          <a:off x="6629400" y="4813300"/>
          <a:ext cx="330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39" imgW="252095" imgH="459740" progId="Equation.3">
                  <p:embed/>
                </p:oleObj>
              </mc:Choice>
              <mc:Fallback>
                <p:oleObj name="" r:id="rId39" imgW="252095" imgH="45974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9400" y="4813300"/>
                        <a:ext cx="3302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8" name="Line 44"/>
          <p:cNvSpPr/>
          <p:nvPr/>
        </p:nvSpPr>
        <p:spPr>
          <a:xfrm flipH="1">
            <a:off x="6705600" y="4953000"/>
            <a:ext cx="533400" cy="762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6669" name="Object 45"/>
          <p:cNvGraphicFramePr>
            <a:graphicFrameLocks noChangeAspect="1"/>
          </p:cNvGraphicFramePr>
          <p:nvPr/>
        </p:nvGraphicFramePr>
        <p:xfrm>
          <a:off x="7010400" y="5359400"/>
          <a:ext cx="152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41" imgW="113665" imgH="212725" progId="Equation.3">
                  <p:embed/>
                </p:oleObj>
              </mc:Choice>
              <mc:Fallback>
                <p:oleObj name="" r:id="rId41" imgW="113665" imgH="21272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10400" y="5359400"/>
                        <a:ext cx="1524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0" name="Object 46"/>
          <p:cNvGraphicFramePr>
            <a:graphicFrameLocks noChangeAspect="1"/>
          </p:cNvGraphicFramePr>
          <p:nvPr/>
        </p:nvGraphicFramePr>
        <p:xfrm>
          <a:off x="7391400" y="4876800"/>
          <a:ext cx="635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43" imgW="489585" imgH="676910" progId="Equation.3">
                  <p:embed/>
                </p:oleObj>
              </mc:Choice>
              <mc:Fallback>
                <p:oleObj name="" r:id="rId43" imgW="489585" imgH="67691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4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91400" y="4876800"/>
                        <a:ext cx="6350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71" name="Text Box 47"/>
          <p:cNvSpPr txBox="1"/>
          <p:nvPr/>
        </p:nvSpPr>
        <p:spPr>
          <a:xfrm>
            <a:off x="539750" y="5033963"/>
            <a:ext cx="6619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9" name="Text Box 48"/>
          <p:cNvSpPr txBox="1"/>
          <p:nvPr/>
        </p:nvSpPr>
        <p:spPr>
          <a:xfrm>
            <a:off x="539750" y="708025"/>
            <a:ext cx="11096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注意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300" name="Picture 56" descr="机动">
            <a:hlinkClick r:id="rId45" action="ppaction://hlinksldjump"/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01" name="Text Box 57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1302" name="Picture 58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03" name="Picture 59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04" name="Picture 60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05" name="Picture 61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06" name="Picture 62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65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6671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animBg="1"/>
      <p:bldP spid="26628" grpId="0" build="p"/>
      <p:bldP spid="26646" grpId="0"/>
      <p:bldP spid="26648" grpId="0"/>
      <p:bldP spid="26658" grpId="0" build="p"/>
      <p:bldP spid="26660" grpId="0" animBg="1"/>
      <p:bldP spid="26662" grpId="0"/>
      <p:bldP spid="2667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06" name="Rectangle 1026"/>
          <p:cNvSpPr>
            <a:spLocks noGrp="1"/>
          </p:cNvSpPr>
          <p:nvPr>
            <p:ph type="title"/>
          </p:nvPr>
        </p:nvSpPr>
        <p:spPr>
          <a:xfrm>
            <a:off x="539750" y="404813"/>
            <a:ext cx="28194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6.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设由方程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2290" name="Object 1027"/>
          <p:cNvGraphicFramePr>
            <a:graphicFrameLocks noChangeAspect="1"/>
          </p:cNvGraphicFramePr>
          <p:nvPr/>
        </p:nvGraphicFramePr>
        <p:xfrm>
          <a:off x="2971800" y="228600"/>
          <a:ext cx="45815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3563620" imgH="805815" progId="Equation.3">
                  <p:embed/>
                </p:oleObj>
              </mc:Choice>
              <mc:Fallback>
                <p:oleObj name="" r:id="rId1" imgW="3563620" imgH="80581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71800" y="228600"/>
                        <a:ext cx="4581525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1028"/>
          <p:cNvSpPr txBox="1"/>
          <p:nvPr/>
        </p:nvSpPr>
        <p:spPr>
          <a:xfrm>
            <a:off x="173038" y="1447800"/>
            <a:ext cx="190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确定函数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3" name="Object 1029"/>
          <p:cNvGraphicFramePr>
            <a:graphicFrameLocks noChangeAspect="1"/>
          </p:cNvGraphicFramePr>
          <p:nvPr/>
        </p:nvGraphicFramePr>
        <p:xfrm>
          <a:off x="1790700" y="1536700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1092200" imgH="311150" progId="Equation.3">
                  <p:embed/>
                </p:oleObj>
              </mc:Choice>
              <mc:Fallback>
                <p:oleObj name="" r:id="rId3" imgW="1092200" imgH="31115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90700" y="1536700"/>
                        <a:ext cx="1409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030"/>
          <p:cNvSpPr txBox="1"/>
          <p:nvPr/>
        </p:nvSpPr>
        <p:spPr>
          <a:xfrm>
            <a:off x="3200400" y="1447800"/>
            <a:ext cx="588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5" name="Object 1031"/>
          <p:cNvGraphicFramePr>
            <a:graphicFrameLocks noChangeAspect="1"/>
          </p:cNvGraphicFramePr>
          <p:nvPr/>
        </p:nvGraphicFramePr>
        <p:xfrm>
          <a:off x="3733800" y="1295400"/>
          <a:ext cx="596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5" imgW="459740" imgH="716915" progId="Equation.3">
                  <p:embed/>
                </p:oleObj>
              </mc:Choice>
              <mc:Fallback>
                <p:oleObj name="" r:id="rId5" imgW="459740" imgH="716915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1295400"/>
                        <a:ext cx="596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Text Box 1032"/>
          <p:cNvSpPr txBox="1"/>
          <p:nvPr/>
        </p:nvSpPr>
        <p:spPr>
          <a:xfrm>
            <a:off x="539750" y="2300288"/>
            <a:ext cx="472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方程组两边对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0" name="AutoShape 1036"/>
          <p:cNvSpPr/>
          <p:nvPr/>
        </p:nvSpPr>
        <p:spPr>
          <a:xfrm>
            <a:off x="4872038" y="3741738"/>
            <a:ext cx="685800" cy="179387"/>
          </a:xfrm>
          <a:prstGeom prst="rightArrow">
            <a:avLst>
              <a:gd name="adj1" fmla="val 50000"/>
              <a:gd name="adj2" fmla="val 9557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4" name="Text Box 1040"/>
          <p:cNvSpPr txBox="1"/>
          <p:nvPr/>
        </p:nvSpPr>
        <p:spPr>
          <a:xfrm>
            <a:off x="274638" y="5334000"/>
            <a:ext cx="7159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45" name="Object 1041"/>
          <p:cNvGraphicFramePr>
            <a:graphicFrameLocks noChangeAspect="1"/>
          </p:cNvGraphicFramePr>
          <p:nvPr/>
        </p:nvGraphicFramePr>
        <p:xfrm>
          <a:off x="2038350" y="5181600"/>
          <a:ext cx="723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7" imgW="558800" imgH="716915" progId="Equation.3">
                  <p:embed/>
                </p:oleObj>
              </mc:Choice>
              <mc:Fallback>
                <p:oleObj name="" r:id="rId7" imgW="558800" imgH="716915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38350" y="5181600"/>
                        <a:ext cx="723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042"/>
          <p:cNvGraphicFramePr>
            <a:graphicFrameLocks noChangeAspect="1"/>
          </p:cNvGraphicFramePr>
          <p:nvPr/>
        </p:nvGraphicFramePr>
        <p:xfrm>
          <a:off x="4076700" y="5168900"/>
          <a:ext cx="2857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9" imgW="2219325" imgH="716915" progId="Equation.3">
                  <p:embed/>
                </p:oleObj>
              </mc:Choice>
              <mc:Fallback>
                <p:oleObj name="" r:id="rId9" imgW="2219325" imgH="716915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76700" y="5168900"/>
                        <a:ext cx="2857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1045"/>
          <p:cNvGraphicFramePr>
            <a:graphicFrameLocks noChangeAspect="1"/>
          </p:cNvGraphicFramePr>
          <p:nvPr/>
        </p:nvGraphicFramePr>
        <p:xfrm>
          <a:off x="1974850" y="3962400"/>
          <a:ext cx="50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1" imgW="390525" imgH="657225" progId="Equation.3">
                  <p:embed/>
                </p:oleObj>
              </mc:Choice>
              <mc:Fallback>
                <p:oleObj name="" r:id="rId11" imgW="390525" imgH="65722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4850" y="3962400"/>
                        <a:ext cx="508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34"/>
          <p:cNvGraphicFramePr>
            <a:graphicFrameLocks noChangeAspect="1"/>
          </p:cNvGraphicFramePr>
          <p:nvPr/>
        </p:nvGraphicFramePr>
        <p:xfrm>
          <a:off x="1352550" y="2971800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3" imgW="370840" imgH="716915" progId="Equation.3">
                  <p:embed/>
                </p:oleObj>
              </mc:Choice>
              <mc:Fallback>
                <p:oleObj name="" r:id="rId13" imgW="370840" imgH="716915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52550" y="2971800"/>
                        <a:ext cx="482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035"/>
          <p:cNvGraphicFramePr>
            <a:graphicFrameLocks noChangeAspect="1"/>
          </p:cNvGraphicFramePr>
          <p:nvPr/>
        </p:nvGraphicFramePr>
        <p:xfrm>
          <a:off x="1338263" y="4227513"/>
          <a:ext cx="596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5" imgW="459740" imgH="301625" progId="Equation.3">
                  <p:embed/>
                </p:oleObj>
              </mc:Choice>
              <mc:Fallback>
                <p:oleObj name="" r:id="rId15" imgW="459740" imgH="30162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8263" y="4227513"/>
                        <a:ext cx="596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039"/>
          <p:cNvGraphicFramePr>
            <a:graphicFrameLocks noChangeAspect="1"/>
          </p:cNvGraphicFramePr>
          <p:nvPr/>
        </p:nvGraphicFramePr>
        <p:xfrm>
          <a:off x="6019800" y="3740150"/>
          <a:ext cx="2324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7" imgW="1804035" imgH="716915" progId="Equation.3">
                  <p:embed/>
                </p:oleObj>
              </mc:Choice>
              <mc:Fallback>
                <p:oleObj name="" r:id="rId17" imgW="1804035" imgH="71691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9800" y="3740150"/>
                        <a:ext cx="2324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1044"/>
          <p:cNvGraphicFramePr>
            <a:graphicFrameLocks noChangeAspect="1"/>
          </p:cNvGraphicFramePr>
          <p:nvPr/>
        </p:nvGraphicFramePr>
        <p:xfrm>
          <a:off x="1968500" y="3249613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9" imgW="924560" imgH="301625" progId="Equation.3">
                  <p:embed/>
                </p:oleObj>
              </mc:Choice>
              <mc:Fallback>
                <p:oleObj name="" r:id="rId19" imgW="924560" imgH="301625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68500" y="3249613"/>
                        <a:ext cx="1193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0" name="Object 1046"/>
          <p:cNvGraphicFramePr>
            <a:graphicFrameLocks noChangeAspect="1"/>
          </p:cNvGraphicFramePr>
          <p:nvPr/>
        </p:nvGraphicFramePr>
        <p:xfrm>
          <a:off x="2489200" y="4291013"/>
          <a:ext cx="1282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21" imgW="993775" imgH="252095" progId="Equation.3">
                  <p:embed/>
                </p:oleObj>
              </mc:Choice>
              <mc:Fallback>
                <p:oleObj name="" r:id="rId21" imgW="993775" imgH="252095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9200" y="4291013"/>
                        <a:ext cx="12827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1" name="Object 1047"/>
          <p:cNvGraphicFramePr>
            <a:graphicFrameLocks noChangeAspect="1"/>
          </p:cNvGraphicFramePr>
          <p:nvPr/>
        </p:nvGraphicFramePr>
        <p:xfrm>
          <a:off x="3803650" y="3962400"/>
          <a:ext cx="50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23" imgW="390525" imgH="657225" progId="Equation.3">
                  <p:embed/>
                </p:oleObj>
              </mc:Choice>
              <mc:Fallback>
                <p:oleObj name="" r:id="rId23" imgW="390525" imgH="657225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03650" y="3962400"/>
                        <a:ext cx="508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2" name="Object 1048"/>
          <p:cNvGraphicFramePr>
            <a:graphicFrameLocks noChangeAspect="1"/>
          </p:cNvGraphicFramePr>
          <p:nvPr/>
        </p:nvGraphicFramePr>
        <p:xfrm>
          <a:off x="4343400" y="424021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25" imgW="380365" imgH="241935" progId="Equation.3">
                  <p:embed/>
                </p:oleObj>
              </mc:Choice>
              <mc:Fallback>
                <p:oleObj name="" r:id="rId25" imgW="380365" imgH="241935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4240213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1049"/>
          <p:cNvGraphicFramePr>
            <a:graphicFrameLocks noChangeAspect="1"/>
          </p:cNvGraphicFramePr>
          <p:nvPr/>
        </p:nvGraphicFramePr>
        <p:xfrm>
          <a:off x="6057900" y="2819400"/>
          <a:ext cx="190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27" imgW="1477645" imgH="716915" progId="Equation.3">
                  <p:embed/>
                </p:oleObj>
              </mc:Choice>
              <mc:Fallback>
                <p:oleObj name="" r:id="rId27" imgW="1477645" imgH="716915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57900" y="2819400"/>
                        <a:ext cx="1905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AutoShape 1052"/>
          <p:cNvSpPr/>
          <p:nvPr/>
        </p:nvSpPr>
        <p:spPr>
          <a:xfrm>
            <a:off x="1028700" y="3097213"/>
            <a:ext cx="228600" cy="1447800"/>
          </a:xfrm>
          <a:prstGeom prst="leftBrace">
            <a:avLst>
              <a:gd name="adj1" fmla="val 527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57" name="AutoShape 1053"/>
          <p:cNvSpPr/>
          <p:nvPr/>
        </p:nvSpPr>
        <p:spPr>
          <a:xfrm>
            <a:off x="5715000" y="3109913"/>
            <a:ext cx="228600" cy="1447800"/>
          </a:xfrm>
          <a:prstGeom prst="leftBrace">
            <a:avLst>
              <a:gd name="adj1" fmla="val 527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65" name="Object 1061"/>
          <p:cNvGraphicFramePr>
            <a:graphicFrameLocks noChangeAspect="1"/>
          </p:cNvGraphicFramePr>
          <p:nvPr/>
        </p:nvGraphicFramePr>
        <p:xfrm>
          <a:off x="2868613" y="5029200"/>
          <a:ext cx="3984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29" imgW="340995" imgH="716915" progId="Equation.3">
                  <p:embed/>
                </p:oleObj>
              </mc:Choice>
              <mc:Fallback>
                <p:oleObj name="" r:id="rId29" imgW="340995" imgH="716915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68613" y="5029200"/>
                        <a:ext cx="398462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6" name="Line 1062"/>
          <p:cNvSpPr/>
          <p:nvPr/>
        </p:nvSpPr>
        <p:spPr>
          <a:xfrm flipH="1">
            <a:off x="3086100" y="5181600"/>
            <a:ext cx="5334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22567" name="Object 1063"/>
          <p:cNvGraphicFramePr>
            <a:graphicFrameLocks noChangeAspect="1"/>
          </p:cNvGraphicFramePr>
          <p:nvPr/>
        </p:nvGraphicFramePr>
        <p:xfrm>
          <a:off x="3478213" y="5397500"/>
          <a:ext cx="3778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31" imgW="321310" imgH="716915" progId="Equation.3">
                  <p:embed/>
                </p:oleObj>
              </mc:Choice>
              <mc:Fallback>
                <p:oleObj name="" r:id="rId31" imgW="321310" imgH="71691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78213" y="5397500"/>
                        <a:ext cx="377825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15" name="Picture 1064" descr="机动">
            <a:hlinkClick r:id="rId33" action="ppaction://hlinksldjump"/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16" name="Text Box 1065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2317" name="Picture 1066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18" name="Picture 1067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19" name="Picture 1068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20" name="Picture 1069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21" name="Picture 1070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  <p:bldP spid="22534" grpId="0" advAuto="1000" build="p"/>
      <p:bldP spid="22536" grpId="0"/>
      <p:bldP spid="22540" grpId="0" animBg="1"/>
      <p:bldP spid="22544" grpId="0"/>
      <p:bldP spid="22556" grpId="0" animBg="1"/>
      <p:bldP spid="225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2438400" cy="685800"/>
          </a:xfrm>
          <a:solidFill>
            <a:schemeClr val="bg1">
              <a:alpha val="100000"/>
            </a:schemeClr>
          </a:solidFill>
          <a:ln w="19050">
            <a:solidFill>
              <a:schemeClr val="accent2">
                <a:alpha val="100000"/>
              </a:schemeClr>
            </a:solidFill>
            <a:miter/>
          </a:ln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ea typeface="楷体_GB2312" pitchFamily="49" charset="-122"/>
              </a:rPr>
              <a:t>内容小结</a:t>
            </a:r>
            <a:endParaRPr lang="zh-CN" altLang="en-US" sz="3600" b="1" dirty="0">
              <a:ea typeface="楷体_GB2312" pitchFamily="49" charset="-122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533400" y="1020763"/>
            <a:ext cx="3733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隐函数求导法则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68" name="Line 4"/>
          <p:cNvSpPr/>
          <p:nvPr/>
        </p:nvSpPr>
        <p:spPr>
          <a:xfrm flipV="1">
            <a:off x="3582988" y="1325563"/>
            <a:ext cx="7191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Text Box 5"/>
          <p:cNvSpPr txBox="1"/>
          <p:nvPr/>
        </p:nvSpPr>
        <p:spPr>
          <a:xfrm>
            <a:off x="4343400" y="1020763"/>
            <a:ext cx="4495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直接对方程两边求导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70" name="Text Box 6"/>
          <p:cNvSpPr txBox="1"/>
          <p:nvPr/>
        </p:nvSpPr>
        <p:spPr>
          <a:xfrm>
            <a:off x="533400" y="1712913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对数求导法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6871" name="Text Box 7"/>
          <p:cNvSpPr txBox="1"/>
          <p:nvPr/>
        </p:nvSpPr>
        <p:spPr>
          <a:xfrm>
            <a:off x="3200400" y="1712913"/>
            <a:ext cx="5791200" cy="989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适用于幂指函数及某些用连乘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连除表示的函数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72" name="Text Box 8"/>
          <p:cNvSpPr txBox="1"/>
          <p:nvPr/>
        </p:nvSpPr>
        <p:spPr>
          <a:xfrm>
            <a:off x="533400" y="2871788"/>
            <a:ext cx="3505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</a:rPr>
              <a:t>参数方程求导法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81" name="Text Box 17"/>
          <p:cNvSpPr txBox="1"/>
          <p:nvPr/>
        </p:nvSpPr>
        <p:spPr>
          <a:xfrm>
            <a:off x="914400" y="3429000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求高阶导数时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从低到高每次都用参数方程求导公式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42" name="Text Box 26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8443" name="Picture 27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44" name="Picture 30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45" name="Picture 31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9" grpId="0"/>
      <p:bldP spid="36870" grpId="0"/>
      <p:bldP spid="36871" grpId="0"/>
      <p:bldP spid="36872" grpId="0"/>
      <p:bldP spid="368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23" name="Rectangle 2"/>
          <p:cNvSpPr>
            <a:spLocks noGrp="1"/>
          </p:cNvSpPr>
          <p:nvPr>
            <p:ph type="title"/>
          </p:nvPr>
        </p:nvSpPr>
        <p:spPr>
          <a:xfrm>
            <a:off x="503238" y="606425"/>
            <a:ext cx="12954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ea typeface="楷体_GB2312" pitchFamily="49" charset="-122"/>
              </a:rPr>
              <a:t>1.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1447800" y="444500"/>
          <a:ext cx="47085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" imgW="3662680" imgH="775970" progId="Equation.3">
                  <p:embed/>
                </p:oleObj>
              </mc:Choice>
              <mc:Fallback>
                <p:oleObj name="" r:id="rId1" imgW="3662680" imgH="77597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444500"/>
                        <a:ext cx="4708525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Text Box 4"/>
          <p:cNvSpPr txBox="1"/>
          <p:nvPr/>
        </p:nvSpPr>
        <p:spPr>
          <a:xfrm>
            <a:off x="6172200" y="61595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6673850" y="757238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3" imgW="301625" imgH="321310" progId="Equation.3">
                  <p:embed/>
                </p:oleObj>
              </mc:Choice>
              <mc:Fallback>
                <p:oleObj name="" r:id="rId3" imgW="301625" imgH="32131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73850" y="757238"/>
                        <a:ext cx="393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AutoShape 6"/>
          <p:cNvSpPr/>
          <p:nvPr/>
        </p:nvSpPr>
        <p:spPr>
          <a:xfrm rot="-5400000">
            <a:off x="2679700" y="469900"/>
            <a:ext cx="157163" cy="1492250"/>
          </a:xfrm>
          <a:prstGeom prst="leftBrace">
            <a:avLst>
              <a:gd name="adj1" fmla="val 79124"/>
              <a:gd name="adj2" fmla="val 50000"/>
            </a:avLst>
          </a:prstGeom>
          <a:noFill/>
          <a:ln w="19050" cap="flat" cmpd="sng">
            <a:solidFill>
              <a:srgbClr val="66FF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590800" y="121920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5" imgW="252095" imgH="340995" progId="Equation.3">
                  <p:embed/>
                </p:oleObj>
              </mc:Choice>
              <mc:Fallback>
                <p:oleObj name="" r:id="rId5" imgW="252095" imgH="340995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1219200"/>
                        <a:ext cx="3302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AutoShape 8"/>
          <p:cNvSpPr/>
          <p:nvPr/>
        </p:nvSpPr>
        <p:spPr>
          <a:xfrm rot="-5400000">
            <a:off x="4876800" y="457200"/>
            <a:ext cx="228600" cy="2209800"/>
          </a:xfrm>
          <a:prstGeom prst="leftBrace">
            <a:avLst>
              <a:gd name="adj1" fmla="val 80555"/>
              <a:gd name="adj2" fmla="val 50000"/>
            </a:avLst>
          </a:prstGeom>
          <a:noFill/>
          <a:ln w="19050" cap="flat" cmpd="sng">
            <a:solidFill>
              <a:srgbClr val="66FF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4800600" y="160020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7" imgW="291465" imgH="340995" progId="Equation.3">
                  <p:embed/>
                </p:oleObj>
              </mc:Choice>
              <mc:Fallback>
                <p:oleObj name="" r:id="rId7" imgW="291465" imgH="340995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1600200"/>
                        <a:ext cx="381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/>
          <p:cNvSpPr txBox="1"/>
          <p:nvPr/>
        </p:nvSpPr>
        <p:spPr>
          <a:xfrm>
            <a:off x="503238" y="213360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提示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分别用对数求导法求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4792663" y="2133600"/>
          <a:ext cx="111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9" imgW="864870" imgH="340995" progId="Equation.3">
                  <p:embed/>
                </p:oleObj>
              </mc:Choice>
              <mc:Fallback>
                <p:oleObj name="" r:id="rId9" imgW="864870" imgH="340995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92663" y="2133600"/>
                        <a:ext cx="1117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13"/>
          <p:cNvSpPr txBox="1"/>
          <p:nvPr/>
        </p:nvSpPr>
        <p:spPr>
          <a:xfrm>
            <a:off x="503238" y="27432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</a:rPr>
              <a:t>答案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</a:rPr>
              <a:t>:</a:t>
            </a:r>
            <a:endParaRPr lang="en-US" altLang="zh-CN" b="1" dirty="0">
              <a:solidFill>
                <a:schemeClr val="tx2"/>
              </a:solidFill>
              <a:latin typeface="楷体_GB2312" pitchFamily="49" charset="-122"/>
            </a:endParaRPr>
          </a:p>
        </p:txBody>
      </p:sp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1028700" y="3352800"/>
          <a:ext cx="171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1" imgW="1329690" imgH="340995" progId="Equation.3">
                  <p:embed/>
                </p:oleObj>
              </mc:Choice>
              <mc:Fallback>
                <p:oleObj name="" r:id="rId11" imgW="1329690" imgH="340995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8700" y="3352800"/>
                        <a:ext cx="1714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/>
          <p:cNvGraphicFramePr>
            <a:graphicFrameLocks noChangeAspect="1"/>
          </p:cNvGraphicFramePr>
          <p:nvPr/>
        </p:nvGraphicFramePr>
        <p:xfrm>
          <a:off x="1371600" y="4038600"/>
          <a:ext cx="458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3" imgW="3563620" imgH="390525" progId="Equation.3">
                  <p:embed/>
                </p:oleObj>
              </mc:Choice>
              <mc:Fallback>
                <p:oleObj name="" r:id="rId13" imgW="3563620" imgH="390525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4038600"/>
                        <a:ext cx="45847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6"/>
          <p:cNvGraphicFramePr>
            <a:graphicFrameLocks noChangeAspect="1"/>
          </p:cNvGraphicFramePr>
          <p:nvPr/>
        </p:nvGraphicFramePr>
        <p:xfrm>
          <a:off x="1752600" y="4787900"/>
          <a:ext cx="2438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5" imgW="1892935" imgH="775970" progId="Equation.3">
                  <p:embed/>
                </p:oleObj>
              </mc:Choice>
              <mc:Fallback>
                <p:oleObj name="" r:id="rId15" imgW="1892935" imgH="77597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4787900"/>
                        <a:ext cx="24384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17"/>
          <p:cNvGraphicFramePr>
            <a:graphicFrameLocks noChangeAspect="1"/>
          </p:cNvGraphicFramePr>
          <p:nvPr/>
        </p:nvGraphicFramePr>
        <p:xfrm>
          <a:off x="4267200" y="4851400"/>
          <a:ext cx="4584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7" imgW="3563620" imgH="716915" progId="Equation.3">
                  <p:embed/>
                </p:oleObj>
              </mc:Choice>
              <mc:Fallback>
                <p:oleObj name="" r:id="rId17" imgW="3563620" imgH="716915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4851400"/>
                        <a:ext cx="4584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9" name="Picture 18" descr="机动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30" name="Text Box 19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3331" name="Picture 20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32" name="Picture 21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33" name="Picture 22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34" name="Picture 23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35" name="Picture 24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nimBg="1"/>
      <p:bldP spid="20488" grpId="0" animBg="1"/>
      <p:bldP spid="20490" grpId="0"/>
      <p:bldP spid="2049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50" name="Rectangle 2"/>
          <p:cNvSpPr>
            <a:spLocks noGrp="1"/>
          </p:cNvSpPr>
          <p:nvPr>
            <p:ph type="title"/>
          </p:nvPr>
        </p:nvSpPr>
        <p:spPr>
          <a:xfrm>
            <a:off x="768350" y="457200"/>
            <a:ext cx="12192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ea typeface="楷体_GB2312" pitchFamily="49" charset="-122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4338" name="Object 0"/>
          <p:cNvGraphicFramePr>
            <a:graphicFrameLocks noChangeAspect="1"/>
          </p:cNvGraphicFramePr>
          <p:nvPr/>
        </p:nvGraphicFramePr>
        <p:xfrm>
          <a:off x="1708150" y="544513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" imgW="993775" imgH="311150" progId="Equation.3">
                  <p:embed/>
                </p:oleObj>
              </mc:Choice>
              <mc:Fallback>
                <p:oleObj name="" r:id="rId1" imgW="993775" imgH="31115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08150" y="544513"/>
                        <a:ext cx="1282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4"/>
          <p:cNvSpPr txBox="1"/>
          <p:nvPr/>
        </p:nvSpPr>
        <p:spPr>
          <a:xfrm>
            <a:off x="2946400" y="474663"/>
            <a:ext cx="1447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9" name="Object 1"/>
          <p:cNvGraphicFramePr>
            <a:graphicFrameLocks noChangeAspect="1"/>
          </p:cNvGraphicFramePr>
          <p:nvPr/>
        </p:nvGraphicFramePr>
        <p:xfrm>
          <a:off x="4216400" y="468313"/>
          <a:ext cx="167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3" imgW="1299845" imgH="390525" progId="Equation.3">
                  <p:embed/>
                </p:oleObj>
              </mc:Choice>
              <mc:Fallback>
                <p:oleObj name="" r:id="rId3" imgW="1299845" imgH="390525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16400" y="468313"/>
                        <a:ext cx="1676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Text Box 6"/>
          <p:cNvSpPr txBox="1"/>
          <p:nvPr/>
        </p:nvSpPr>
        <p:spPr>
          <a:xfrm>
            <a:off x="5867400" y="474663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确定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7435850" y="544513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5" imgW="687070" imgH="321310" progId="Equation.3">
                  <p:embed/>
                </p:oleObj>
              </mc:Choice>
              <mc:Fallback>
                <p:oleObj name="" r:id="rId5" imgW="687070" imgH="32131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35850" y="544513"/>
                        <a:ext cx="889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Text Box 8"/>
          <p:cNvSpPr txBox="1"/>
          <p:nvPr/>
        </p:nvSpPr>
        <p:spPr>
          <a:xfrm>
            <a:off x="768350" y="164782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5" name="Text Box 9"/>
          <p:cNvSpPr txBox="1"/>
          <p:nvPr/>
        </p:nvSpPr>
        <p:spPr>
          <a:xfrm>
            <a:off x="1409700" y="1647825"/>
            <a:ext cx="3162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方程两边对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9947" name="Text Box 11"/>
          <p:cNvSpPr txBox="1"/>
          <p:nvPr/>
        </p:nvSpPr>
        <p:spPr>
          <a:xfrm>
            <a:off x="4495800" y="163195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2470150" y="2220913"/>
          <a:ext cx="260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7" imgW="2021840" imgH="390525" progId="Equation.3">
                  <p:embed/>
                </p:oleObj>
              </mc:Choice>
              <mc:Fallback>
                <p:oleObj name="" r:id="rId7" imgW="2021840" imgH="390525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0150" y="2220913"/>
                        <a:ext cx="2603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Text Box 14"/>
          <p:cNvSpPr txBox="1"/>
          <p:nvPr/>
        </p:nvSpPr>
        <p:spPr>
          <a:xfrm>
            <a:off x="407988" y="27432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再求导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1981200" y="3276600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9" imgW="884555" imgH="390525" progId="Equation.3">
                  <p:embed/>
                </p:oleObj>
              </mc:Choice>
              <mc:Fallback>
                <p:oleObj name="" r:id="rId9" imgW="884555" imgH="390525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81200" y="3276600"/>
                        <a:ext cx="11430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168650" y="3270250"/>
          <a:ext cx="180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1" imgW="1398905" imgH="390525" progId="Equation.3">
                  <p:embed/>
                </p:oleObj>
              </mc:Choice>
              <mc:Fallback>
                <p:oleObj name="" r:id="rId11" imgW="1398905" imgH="390525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68650" y="3270250"/>
                        <a:ext cx="1803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4972050" y="3346450"/>
          <a:ext cx="106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3" imgW="825500" imgH="321310" progId="Equation.3">
                  <p:embed/>
                </p:oleObj>
              </mc:Choice>
              <mc:Fallback>
                <p:oleObj name="" r:id="rId13" imgW="825500" imgH="32131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72050" y="3346450"/>
                        <a:ext cx="10668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4" name="Text Box 18"/>
          <p:cNvSpPr txBox="1"/>
          <p:nvPr/>
        </p:nvSpPr>
        <p:spPr>
          <a:xfrm>
            <a:off x="7848600" y="3214688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②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9955" name="Text Box 19"/>
          <p:cNvSpPr txBox="1"/>
          <p:nvPr/>
        </p:nvSpPr>
        <p:spPr>
          <a:xfrm>
            <a:off x="407988" y="38862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914400" y="4024313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5" imgW="578485" imgH="241935" progId="Equation.3">
                  <p:embed/>
                </p:oleObj>
              </mc:Choice>
              <mc:Fallback>
                <p:oleObj name="" r:id="rId15" imgW="578485" imgH="241935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4024313"/>
                        <a:ext cx="749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7" name="Text Box 21"/>
          <p:cNvSpPr txBox="1"/>
          <p:nvPr/>
        </p:nvSpPr>
        <p:spPr>
          <a:xfrm>
            <a:off x="1676400" y="3910013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2286000" y="4024313"/>
          <a:ext cx="82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7" imgW="637540" imgH="301625" progId="Equation.3">
                  <p:embed/>
                </p:oleObj>
              </mc:Choice>
              <mc:Fallback>
                <p:oleObj name="" r:id="rId17" imgW="637540" imgH="301625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4024313"/>
                        <a:ext cx="825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Text Box 23"/>
          <p:cNvSpPr txBox="1"/>
          <p:nvPr/>
        </p:nvSpPr>
        <p:spPr>
          <a:xfrm>
            <a:off x="3124200" y="3903663"/>
            <a:ext cx="205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故由 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</a:rPr>
              <a:t>①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69" name="Object 9"/>
          <p:cNvGraphicFramePr>
            <a:graphicFrameLocks noChangeAspect="1"/>
          </p:cNvGraphicFramePr>
          <p:nvPr/>
        </p:nvGraphicFramePr>
        <p:xfrm>
          <a:off x="2921000" y="4495800"/>
          <a:ext cx="157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9" imgW="1221105" imgH="657225" progId="Equation.3">
                  <p:embed/>
                </p:oleObj>
              </mc:Choice>
              <mc:Fallback>
                <p:oleObj name="" r:id="rId19" imgW="1221105" imgH="65722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1000" y="4495800"/>
                        <a:ext cx="15748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Text Box 25"/>
          <p:cNvSpPr txBox="1"/>
          <p:nvPr/>
        </p:nvSpPr>
        <p:spPr>
          <a:xfrm>
            <a:off x="407988" y="5500688"/>
            <a:ext cx="2384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再代入 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</a:rPr>
              <a:t>②</a:t>
            </a:r>
            <a:r>
              <a:rPr lang="zh-CN" altLang="en-US" dirty="0">
                <a:latin typeface="Times New Roman" panose="02020603050405020304" pitchFamily="18" charset="0"/>
              </a:rPr>
              <a:t> 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2895600" y="5334000"/>
          <a:ext cx="149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21" imgW="1161415" imgH="657225" progId="Equation.3">
                  <p:embed/>
                </p:oleObj>
              </mc:Choice>
              <mc:Fallback>
                <p:oleObj name="" r:id="rId21" imgW="1161415" imgH="657225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5334000"/>
                        <a:ext cx="1498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Text Box 27"/>
          <p:cNvSpPr txBox="1"/>
          <p:nvPr/>
        </p:nvSpPr>
        <p:spPr>
          <a:xfrm>
            <a:off x="6781800" y="48895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431800" y="1122363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23" imgW="706755" imgH="321310" progId="Equation.3">
                  <p:embed/>
                </p:oleObj>
              </mc:Choice>
              <mc:Fallback>
                <p:oleObj name="" r:id="rId23" imgW="706755" imgH="32131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800" y="1122363"/>
                        <a:ext cx="914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63" name="Picture 29" descr="机动">
            <a:hlinkClick r:id="rId25" action="ppaction://hlinksldjump"/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53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64" name="Text Box 30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4365" name="Picture 31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66" name="Picture 32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071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67" name="Picture 33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68" name="Picture 34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69" name="Picture 35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72" name="Text Box 36"/>
          <p:cNvSpPr txBox="1"/>
          <p:nvPr/>
        </p:nvSpPr>
        <p:spPr>
          <a:xfrm>
            <a:off x="7832725" y="21780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①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6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97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/>
      <p:bldP spid="39945" grpId="0"/>
      <p:bldP spid="39947" grpId="0"/>
      <p:bldP spid="39950" grpId="0"/>
      <p:bldP spid="39954" grpId="0"/>
      <p:bldP spid="39955" grpId="0"/>
      <p:bldP spid="39957" grpId="0"/>
      <p:bldP spid="39959" grpId="0"/>
      <p:bldP spid="39961" grpId="0"/>
      <p:bldP spid="39963" grpId="0" build="p"/>
      <p:bldP spid="39972" grpId="0" advAuto="100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2895600" y="914400"/>
            <a:ext cx="2286000" cy="914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楷体_GB2312" pitchFamily="49" charset="-122"/>
              </a:rPr>
              <a:t>作业</a:t>
            </a:r>
            <a:endParaRPr lang="zh-CN" altLang="en-US" b="1" dirty="0">
              <a:ea typeface="仿宋_GB2312" pitchFamily="49" charset="-122"/>
            </a:endParaRPr>
          </a:p>
        </p:txBody>
      </p:sp>
      <p:sp>
        <p:nvSpPr>
          <p:cNvPr id="19459" name="Text Box 3"/>
          <p:cNvSpPr txBox="1"/>
          <p:nvPr/>
        </p:nvSpPr>
        <p:spPr>
          <a:xfrm>
            <a:off x="914400" y="1981200"/>
            <a:ext cx="7010400" cy="2030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仿宋_GB2312" pitchFamily="49" charset="-122"/>
              </a:rPr>
              <a:t>P106  </a:t>
            </a:r>
            <a:r>
              <a:rPr lang="en-US" altLang="zh-CN" sz="3600" dirty="0">
                <a:latin typeface="Times New Roman" panose="02020603050405020304" pitchFamily="18" charset="0"/>
              </a:rPr>
              <a:t>1(2)(4),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4(2)(4),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5(2),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6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 7</a:t>
            </a:r>
            <a:r>
              <a:rPr lang="zh-CN" altLang="en-US" sz="3600" dirty="0">
                <a:latin typeface="Times New Roman" panose="02020603050405020304" pitchFamily="18" charset="0"/>
              </a:rPr>
              <a:t>；</a:t>
            </a:r>
            <a:r>
              <a:rPr lang="en-US" altLang="zh-CN" sz="3600" dirty="0">
                <a:latin typeface="Times New Roman" panose="02020603050405020304" pitchFamily="18" charset="0"/>
              </a:rPr>
              <a:t> 9(4)</a:t>
            </a:r>
            <a:r>
              <a:rPr lang="en-US" altLang="zh-CN" sz="3600" dirty="0">
                <a:latin typeface="Times New Roman" panose="02020603050405020304" pitchFamily="18" charset="0"/>
                <a:ea typeface="仿宋_GB2312" pitchFamily="49" charset="-122"/>
              </a:rPr>
              <a:t>        </a:t>
            </a:r>
            <a:endParaRPr lang="en-US" altLang="zh-CN" sz="3200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  <a:ea typeface="仿宋_GB2312" pitchFamily="49" charset="-122"/>
              </a:rPr>
              <a:t>          </a:t>
            </a:r>
            <a:endParaRPr lang="en-US" altLang="zh-CN" sz="36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pic>
        <p:nvPicPr>
          <p:cNvPr id="19460" name="Picture 12" descr="机动">
            <a:hlinkClick r:id="rId1" action="ppaction://hlinkpres?slideindex=1&amp;slidetitle="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22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Text Box 13"/>
          <p:cNvSpPr txBox="1"/>
          <p:nvPr/>
        </p:nvSpPr>
        <p:spPr>
          <a:xfrm>
            <a:off x="6051550" y="6600825"/>
            <a:ext cx="278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第五节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9462" name="Picture 14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3" name="Picture 15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4" name="Picture 16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5" name="Picture 17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6" name="Picture 18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75" name="Text Box 2"/>
          <p:cNvSpPr txBox="1"/>
          <p:nvPr/>
        </p:nvSpPr>
        <p:spPr>
          <a:xfrm>
            <a:off x="2971800" y="1179513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求其反函数的导数 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62" name="Object 0"/>
          <p:cNvGraphicFramePr>
            <a:graphicFrameLocks noChangeAspect="1"/>
          </p:cNvGraphicFramePr>
          <p:nvPr/>
        </p:nvGraphicFramePr>
        <p:xfrm>
          <a:off x="1371600" y="1206500"/>
          <a:ext cx="158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1230630" imgH="390525" progId="Equation.3">
                  <p:embed/>
                </p:oleObj>
              </mc:Choice>
              <mc:Fallback>
                <p:oleObj name="" r:id="rId1" imgW="1230630" imgH="39052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1206500"/>
                        <a:ext cx="1587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4"/>
          <p:cNvSpPr txBox="1"/>
          <p:nvPr/>
        </p:nvSpPr>
        <p:spPr>
          <a:xfrm>
            <a:off x="539750" y="2005013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85" name="Object 1"/>
          <p:cNvGraphicFramePr>
            <a:graphicFrameLocks noChangeAspect="1"/>
          </p:cNvGraphicFramePr>
          <p:nvPr/>
        </p:nvGraphicFramePr>
        <p:xfrm>
          <a:off x="2397125" y="1828800"/>
          <a:ext cx="135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3" imgW="1052830" imgH="657225" progId="Equation.3">
                  <p:embed/>
                </p:oleObj>
              </mc:Choice>
              <mc:Fallback>
                <p:oleObj name="" r:id="rId3" imgW="1052830" imgH="657225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97125" y="1828800"/>
                        <a:ext cx="1358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436813" y="2913063"/>
          <a:ext cx="1358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5" imgW="1052830" imgH="716915" progId="Equation.3">
                  <p:embed/>
                </p:oleObj>
              </mc:Choice>
              <mc:Fallback>
                <p:oleObj name="" r:id="rId5" imgW="1052830" imgH="716915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6813" y="2913063"/>
                        <a:ext cx="1358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/>
          <p:nvPr/>
        </p:nvSpPr>
        <p:spPr>
          <a:xfrm>
            <a:off x="1219200" y="1984375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  <a:t>方法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3810000" y="1954213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7" imgW="617855" imgH="331470" progId="Equation.3">
                  <p:embed/>
                </p:oleObj>
              </mc:Choice>
              <mc:Fallback>
                <p:oleObj name="" r:id="rId7" imgW="617855" imgH="33147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1954213"/>
                        <a:ext cx="800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3886200" y="2894013"/>
          <a:ext cx="355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9" imgW="271780" imgH="716915" progId="Equation.3">
                  <p:embed/>
                </p:oleObj>
              </mc:Choice>
              <mc:Fallback>
                <p:oleObj name="" r:id="rId9" imgW="271780" imgH="716915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2894013"/>
                        <a:ext cx="355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4267200" y="2906713"/>
          <a:ext cx="1155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1" imgW="894715" imgH="676910" progId="Equation.3">
                  <p:embed/>
                </p:oleObj>
              </mc:Choice>
              <mc:Fallback>
                <p:oleObj name="" r:id="rId11" imgW="894715" imgH="67691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2906713"/>
                        <a:ext cx="11557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Text Box 11"/>
          <p:cNvSpPr txBox="1"/>
          <p:nvPr/>
        </p:nvSpPr>
        <p:spPr>
          <a:xfrm>
            <a:off x="1238250" y="3940175"/>
            <a:ext cx="1079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  <a:t>方法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2355850" y="3963988"/>
            <a:ext cx="3740150" cy="519112"/>
            <a:chOff x="1444" y="2265"/>
            <a:chExt cx="2356" cy="327"/>
          </a:xfrm>
        </p:grpSpPr>
        <p:sp>
          <p:nvSpPr>
            <p:cNvPr id="15390" name="Text Box 13"/>
            <p:cNvSpPr txBox="1"/>
            <p:nvPr/>
          </p:nvSpPr>
          <p:spPr>
            <a:xfrm>
              <a:off x="1444" y="2265"/>
              <a:ext cx="23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等式两边同时对    求导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74" name="Object 12"/>
            <p:cNvGraphicFramePr>
              <a:graphicFrameLocks noChangeAspect="1"/>
            </p:cNvGraphicFramePr>
            <p:nvPr/>
          </p:nvGraphicFramePr>
          <p:xfrm>
            <a:off x="3086" y="2301"/>
            <a:ext cx="23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" name="" r:id="rId13" imgW="103505" imgH="123825" progId="Equation.3">
                    <p:embed/>
                  </p:oleObj>
                </mc:Choice>
                <mc:Fallback>
                  <p:oleObj name="" r:id="rId13" imgW="103505" imgH="123825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86" y="2301"/>
                          <a:ext cx="231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371600" y="50292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5" imgW="331470" imgH="232410" progId="Equation.3">
                  <p:embed/>
                </p:oleObj>
              </mc:Choice>
              <mc:Fallback>
                <p:oleObj name="" r:id="rId15" imgW="331470" imgH="23241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5029200"/>
                        <a:ext cx="431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1860550" y="4724400"/>
          <a:ext cx="508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7" imgW="390525" imgH="716915" progId="Equation.3">
                  <p:embed/>
                </p:oleObj>
              </mc:Choice>
              <mc:Fallback>
                <p:oleObj name="" r:id="rId17" imgW="390525" imgH="716915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60550" y="4724400"/>
                        <a:ext cx="508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2438400" y="4876800"/>
          <a:ext cx="62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9" imgW="479425" imgH="331470" progId="Equation.3">
                  <p:embed/>
                </p:oleObj>
              </mc:Choice>
              <mc:Fallback>
                <p:oleObj name="" r:id="rId19" imgW="479425" imgH="33147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4876800"/>
                        <a:ext cx="622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3003550" y="4724400"/>
          <a:ext cx="63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21" imgW="489585" imgH="716915" progId="Equation.3">
                  <p:embed/>
                </p:oleObj>
              </mc:Choice>
              <mc:Fallback>
                <p:oleObj name="" r:id="rId21" imgW="489585" imgH="716915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3550" y="4724400"/>
                        <a:ext cx="635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AutoShape 19"/>
          <p:cNvSpPr/>
          <p:nvPr/>
        </p:nvSpPr>
        <p:spPr>
          <a:xfrm>
            <a:off x="3733800" y="5053013"/>
            <a:ext cx="838200" cy="179387"/>
          </a:xfrm>
          <a:prstGeom prst="rightArrow">
            <a:avLst>
              <a:gd name="adj1" fmla="val 50000"/>
              <a:gd name="adj2" fmla="val 116814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4679950" y="4711700"/>
          <a:ext cx="800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23" imgW="617855" imgH="716915" progId="Equation.3">
                  <p:embed/>
                </p:oleObj>
              </mc:Choice>
              <mc:Fallback>
                <p:oleObj name="" r:id="rId23" imgW="617855" imgH="716915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79950" y="4711700"/>
                        <a:ext cx="800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1" name="Rectangle 21"/>
          <p:cNvSpPr>
            <a:spLocks noGrp="1"/>
          </p:cNvSpPr>
          <p:nvPr>
            <p:ph type="title"/>
          </p:nvPr>
        </p:nvSpPr>
        <p:spPr>
          <a:xfrm>
            <a:off x="539750" y="287338"/>
            <a:ext cx="167005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rgbClr val="FFFF00"/>
                </a:solidFill>
                <a:ea typeface="楷体_GB2312" pitchFamily="49" charset="-122"/>
              </a:rPr>
              <a:t>备用题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5500688" y="4699000"/>
          <a:ext cx="863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25" imgW="667385" imgH="676910" progId="Equation.3">
                  <p:embed/>
                </p:oleObj>
              </mc:Choice>
              <mc:Fallback>
                <p:oleObj name="" r:id="rId25" imgW="667385" imgH="67691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00688" y="4699000"/>
                        <a:ext cx="8636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Text Box 32"/>
          <p:cNvSpPr txBox="1"/>
          <p:nvPr/>
        </p:nvSpPr>
        <p:spPr>
          <a:xfrm>
            <a:off x="539750" y="1219200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5383" name="Picture 33" descr="机动">
            <a:hlinkClick r:id="rId27" action="ppaction://hlinksldjump"/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84" name="Text Box 34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5385" name="Picture 35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86" name="Picture 36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87" name="Picture 37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88" name="Picture 38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89" name="Picture 39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6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27655" grpId="0" advAuto="1000" build="p"/>
      <p:bldP spid="27659" grpId="0" build="p"/>
      <p:bldP spid="276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02" name="Text Box 2"/>
          <p:cNvSpPr txBox="1"/>
          <p:nvPr/>
        </p:nvSpPr>
        <p:spPr>
          <a:xfrm>
            <a:off x="4495800" y="5334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86" name="Object 3"/>
          <p:cNvGraphicFramePr>
            <a:graphicFrameLocks noChangeAspect="1"/>
          </p:cNvGraphicFramePr>
          <p:nvPr/>
        </p:nvGraphicFramePr>
        <p:xfrm>
          <a:off x="1651000" y="330200"/>
          <a:ext cx="2768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2150110" imgH="805815" progId="Equation.3">
                  <p:embed/>
                </p:oleObj>
              </mc:Choice>
              <mc:Fallback>
                <p:oleObj name="" r:id="rId1" imgW="2150110" imgH="805815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51000" y="330200"/>
                        <a:ext cx="27686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5200650" y="350838"/>
          <a:ext cx="1092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3" imgW="845185" imgH="775970" progId="Equation.3">
                  <p:embed/>
                </p:oleObj>
              </mc:Choice>
              <mc:Fallback>
                <p:oleObj name="" r:id="rId3" imgW="845185" imgH="77597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00650" y="350838"/>
                        <a:ext cx="1092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/>
          <p:nvPr/>
        </p:nvSpPr>
        <p:spPr>
          <a:xfrm>
            <a:off x="0" y="1557338"/>
            <a:ext cx="1377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1911350" y="2120900"/>
          <a:ext cx="774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5" imgW="598170" imgH="716915" progId="Equation.3">
                  <p:embed/>
                </p:oleObj>
              </mc:Choice>
              <mc:Fallback>
                <p:oleObj name="" r:id="rId5" imgW="598170" imgH="716915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11350" y="2120900"/>
                        <a:ext cx="774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2006600" y="320040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7" imgW="281940" imgH="331470" progId="Equation.3">
                  <p:embed/>
                </p:oleObj>
              </mc:Choice>
              <mc:Fallback>
                <p:oleObj name="" r:id="rId7" imgW="281940" imgH="33147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06600" y="3200400"/>
                        <a:ext cx="368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3344863" y="3941763"/>
          <a:ext cx="800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9" imgW="617855" imgH="716915" progId="Equation.3">
                  <p:embed/>
                </p:oleObj>
              </mc:Choice>
              <mc:Fallback>
                <p:oleObj name="" r:id="rId9" imgW="617855" imgH="716915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4863" y="3941763"/>
                        <a:ext cx="800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1098550" y="5053013"/>
          <a:ext cx="1397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1" imgW="1082675" imgH="775970" progId="Equation.3">
                  <p:embed/>
                </p:oleObj>
              </mc:Choice>
              <mc:Fallback>
                <p:oleObj name="" r:id="rId11" imgW="1082675" imgH="77597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98550" y="5053013"/>
                        <a:ext cx="13970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10"/>
          <p:cNvSpPr>
            <a:spLocks noGrp="1"/>
          </p:cNvSpPr>
          <p:nvPr>
            <p:ph type="title"/>
          </p:nvPr>
        </p:nvSpPr>
        <p:spPr>
          <a:xfrm>
            <a:off x="539750" y="533400"/>
            <a:ext cx="12192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28683" name="Text Box 11"/>
          <p:cNvSpPr txBox="1"/>
          <p:nvPr/>
        </p:nvSpPr>
        <p:spPr>
          <a:xfrm>
            <a:off x="1295400" y="1571625"/>
            <a:ext cx="4549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方程组两边同时对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求导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2705100" y="2366963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13" imgW="657225" imgH="301625" progId="Equation.3">
                  <p:embed/>
                </p:oleObj>
              </mc:Choice>
              <mc:Fallback>
                <p:oleObj name="" r:id="rId13" imgW="657225" imgH="301625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5100" y="2366963"/>
                        <a:ext cx="850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2295525" y="3035300"/>
          <a:ext cx="63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15" imgW="489585" imgH="716915" progId="Equation.3">
                  <p:embed/>
                </p:oleObj>
              </mc:Choice>
              <mc:Fallback>
                <p:oleObj name="" r:id="rId15" imgW="489585" imgH="716915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95525" y="3035300"/>
                        <a:ext cx="635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/>
        </p:nvGraphicFramePr>
        <p:xfrm>
          <a:off x="2995613" y="3276600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7" imgW="588010" imgH="252095" progId="Equation.3">
                  <p:embed/>
                </p:oleObj>
              </mc:Choice>
              <mc:Fallback>
                <p:oleObj name="" r:id="rId17" imgW="588010" imgH="252095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5613" y="3276600"/>
                        <a:ext cx="7620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5346700" y="3035300"/>
          <a:ext cx="1320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19" imgW="1022985" imgH="716915" progId="Equation.3">
                  <p:embed/>
                </p:oleObj>
              </mc:Choice>
              <mc:Fallback>
                <p:oleObj name="" r:id="rId19" imgW="1022985" imgH="716915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6700" y="3035300"/>
                        <a:ext cx="1320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6"/>
          <p:cNvGraphicFramePr>
            <a:graphicFrameLocks noChangeAspect="1"/>
          </p:cNvGraphicFramePr>
          <p:nvPr/>
        </p:nvGraphicFramePr>
        <p:xfrm>
          <a:off x="3886200" y="3149600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21" imgW="1062990" imgH="331470" progId="Equation.3">
                  <p:embed/>
                </p:oleObj>
              </mc:Choice>
              <mc:Fallback>
                <p:oleObj name="" r:id="rId21" imgW="1062990" imgH="33147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3149600"/>
                        <a:ext cx="1371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17"/>
          <p:cNvGraphicFramePr>
            <a:graphicFrameLocks noChangeAspect="1"/>
          </p:cNvGraphicFramePr>
          <p:nvPr/>
        </p:nvGraphicFramePr>
        <p:xfrm>
          <a:off x="4203700" y="3843338"/>
          <a:ext cx="151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23" imgW="1171575" imgH="746125" progId="Equation.3">
                  <p:embed/>
                </p:oleObj>
              </mc:Choice>
              <mc:Fallback>
                <p:oleObj name="" r:id="rId23" imgW="1171575" imgH="746125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03700" y="3843338"/>
                        <a:ext cx="15113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419350" y="4851400"/>
          <a:ext cx="9652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25" imgW="746125" imgH="1042670" progId="Equation.3">
                  <p:embed/>
                </p:oleObj>
              </mc:Choice>
              <mc:Fallback>
                <p:oleObj name="" r:id="rId25" imgW="746125" imgH="104267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9350" y="4851400"/>
                        <a:ext cx="965200" cy="134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1" name="Object 19"/>
          <p:cNvGraphicFramePr>
            <a:graphicFrameLocks noChangeAspect="1"/>
          </p:cNvGraphicFramePr>
          <p:nvPr/>
        </p:nvGraphicFramePr>
        <p:xfrm>
          <a:off x="4030663" y="4965700"/>
          <a:ext cx="36655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27" imgW="2851785" imgH="835025" progId="Equation.3">
                  <p:embed/>
                </p:oleObj>
              </mc:Choice>
              <mc:Fallback>
                <p:oleObj name="" r:id="rId27" imgW="2851785" imgH="835025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30663" y="4965700"/>
                        <a:ext cx="366553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2" name="Object 20"/>
          <p:cNvGraphicFramePr>
            <a:graphicFrameLocks noChangeAspect="1"/>
          </p:cNvGraphicFramePr>
          <p:nvPr/>
        </p:nvGraphicFramePr>
        <p:xfrm>
          <a:off x="7696200" y="509270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29" imgW="410210" imgH="657225" progId="Equation.3">
                  <p:embed/>
                </p:oleObj>
              </mc:Choice>
              <mc:Fallback>
                <p:oleObj name="" r:id="rId29" imgW="410210" imgH="657225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96200" y="5092700"/>
                        <a:ext cx="533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AutoShape 21"/>
          <p:cNvSpPr/>
          <p:nvPr/>
        </p:nvSpPr>
        <p:spPr>
          <a:xfrm>
            <a:off x="2286000" y="4300538"/>
            <a:ext cx="792163" cy="179387"/>
          </a:xfrm>
          <a:prstGeom prst="rightArrow">
            <a:avLst>
              <a:gd name="adj1" fmla="val 50000"/>
              <a:gd name="adj2" fmla="val 11039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702" name="Object 30"/>
          <p:cNvGraphicFramePr>
            <a:graphicFrameLocks noChangeAspect="1"/>
          </p:cNvGraphicFramePr>
          <p:nvPr/>
        </p:nvGraphicFramePr>
        <p:xfrm>
          <a:off x="3484563" y="5791200"/>
          <a:ext cx="5540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31" imgW="538480" imgH="241935" progId="Equation.3">
                  <p:embed/>
                </p:oleObj>
              </mc:Choice>
              <mc:Fallback>
                <p:oleObj name="" r:id="rId31" imgW="538480" imgH="241935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84563" y="5791200"/>
                        <a:ext cx="554037" cy="252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3" name="Line 31"/>
          <p:cNvSpPr/>
          <p:nvPr/>
        </p:nvSpPr>
        <p:spPr>
          <a:xfrm>
            <a:off x="3408363" y="4976813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04" name="AutoShape 32"/>
          <p:cNvSpPr/>
          <p:nvPr/>
        </p:nvSpPr>
        <p:spPr>
          <a:xfrm>
            <a:off x="1676400" y="2286000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6409" name="Picture 33" descr="机动">
            <a:hlinkClick r:id="rId33" action="ppaction://hlinksldjump"/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76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10" name="Text Box 34"/>
          <p:cNvSpPr txBox="1"/>
          <p:nvPr/>
        </p:nvSpPr>
        <p:spPr>
          <a:xfrm>
            <a:off x="6130925" y="6600825"/>
            <a:ext cx="2724150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000" dirty="0">
                <a:latin typeface="楷体_GB2312" pitchFamily="49" charset="-122"/>
              </a:rPr>
              <a:t>机动   目录   上页   下页   返回   结束 </a:t>
            </a:r>
            <a:endParaRPr lang="zh-CN" altLang="en-US" sz="1000" dirty="0">
              <a:latin typeface="楷体_GB2312" pitchFamily="49" charset="-122"/>
            </a:endParaRPr>
          </a:p>
        </p:txBody>
      </p:sp>
      <p:pic>
        <p:nvPicPr>
          <p:cNvPr id="16411" name="Picture 35" descr="返回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12" name="Picture 36" descr="目录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29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13" name="Picture 37" descr="上一页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389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14" name="Picture 38" descr="退出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15" name="Picture 39" descr="下一页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707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83" grpId="0" build="p"/>
      <p:bldP spid="28693" grpId="0" animBg="1"/>
      <p:bldP spid="28704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00FF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>全屏显示(4:3)</PresentationFormat>
  <Paragraphs>264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188</vt:i4>
      </vt:variant>
      <vt:variant>
        <vt:lpstr>幻灯片标题</vt:lpstr>
      </vt:variant>
      <vt:variant>
        <vt:i4>18</vt:i4>
      </vt:variant>
    </vt:vector>
  </HeadingPairs>
  <TitlesOfParts>
    <vt:vector size="218" baseType="lpstr">
      <vt:lpstr>Arial</vt:lpstr>
      <vt:lpstr>宋体</vt:lpstr>
      <vt:lpstr>Wingdings</vt:lpstr>
      <vt:lpstr>Times New Roman</vt:lpstr>
      <vt:lpstr>楷体_GB2312</vt:lpstr>
      <vt:lpstr>新宋体</vt:lpstr>
      <vt:lpstr>华文行楷</vt:lpstr>
      <vt:lpstr>仿宋_GB2312</vt:lpstr>
      <vt:lpstr>仿宋</vt:lpstr>
      <vt:lpstr>微软雅黑</vt:lpstr>
      <vt:lpstr>Arial Unicode MS</vt:lpstr>
      <vt:lpstr>默认设计模板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第三节 隐函数和参数方程求导;              相关变化率   (P127 第六节)</dc:title>
  <dc:creator>FZ User</dc:creator>
  <cp:lastModifiedBy>xmu</cp:lastModifiedBy>
  <cp:revision>97</cp:revision>
  <dcterms:created xsi:type="dcterms:W3CDTF">2000-08-30T00:22:21Z</dcterms:created>
  <dcterms:modified xsi:type="dcterms:W3CDTF">2025-10-27T02:55:45Z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2B21578B5C66401F86EF1437421FDD61_13</vt:lpwstr>
  </property>
  <property fmtid="{D5CDD505-2E9C-101B-9397-08002B2CF9AE}" pid="3" name="KSOProductBuildVer">
    <vt:lpwstr>2052-12.1.0.22529</vt:lpwstr>
  </property>
</Properties>
</file>